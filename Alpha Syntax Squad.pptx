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rial Black" panose="020B0A04020102020204" pitchFamily="34" charset="0"/>
      <p:bold r:id="rId11"/>
    </p:embeddedFont>
    <p:embeddedFont>
      <p:font typeface="Bernard MT Condensed" panose="02050806060905020404" pitchFamily="18" charset="0"/>
      <p:regular r:id="rId12"/>
    </p:embeddedFont>
    <p:embeddedFont>
      <p:font typeface="Heading Now 31-38" panose="020B0604020202020204" charset="0"/>
      <p:regular r:id="rId13"/>
    </p:embeddedFont>
    <p:embeddedFont>
      <p:font typeface="Heading Now 31-38 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A5E0F6-B743-4109-AA18-CBAD98044900}" v="30" dt="2026-10-11T14:57:07.4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swini Gosavi" userId="94b8ddae5a3d0c94" providerId="LiveId" clId="{8BAF7CBA-A237-4A9B-B6F5-64B40F6A4308}"/>
    <pc:docChg chg="undo redo custSel modSld">
      <pc:chgData name="Tejaswini Gosavi" userId="94b8ddae5a3d0c94" providerId="LiveId" clId="{8BAF7CBA-A237-4A9B-B6F5-64B40F6A4308}" dt="2026-10-11T15:02:10.264" v="1050" actId="14100"/>
      <pc:docMkLst>
        <pc:docMk/>
      </pc:docMkLst>
      <pc:sldChg chg="addSp delSp modSp mod">
        <pc:chgData name="Tejaswini Gosavi" userId="94b8ddae5a3d0c94" providerId="LiveId" clId="{8BAF7CBA-A237-4A9B-B6F5-64B40F6A4308}" dt="2026-10-11T14:58:05.325" v="1000" actId="20577"/>
        <pc:sldMkLst>
          <pc:docMk/>
          <pc:sldMk cId="0" sldId="256"/>
        </pc:sldMkLst>
        <pc:spChg chg="mod">
          <ac:chgData name="Tejaswini Gosavi" userId="94b8ddae5a3d0c94" providerId="LiveId" clId="{8BAF7CBA-A237-4A9B-B6F5-64B40F6A4308}" dt="2026-10-11T10:30:30.412" v="56" actId="20577"/>
          <ac:spMkLst>
            <pc:docMk/>
            <pc:sldMk cId="0" sldId="256"/>
            <ac:spMk id="5" creationId="{00000000-0000-0000-0000-000000000000}"/>
          </ac:spMkLst>
        </pc:spChg>
        <pc:spChg chg="mod">
          <ac:chgData name="Tejaswini Gosavi" userId="94b8ddae5a3d0c94" providerId="LiveId" clId="{8BAF7CBA-A237-4A9B-B6F5-64B40F6A4308}" dt="2026-10-11T10:30:07.595" v="51" actId="20577"/>
          <ac:spMkLst>
            <pc:docMk/>
            <pc:sldMk cId="0" sldId="256"/>
            <ac:spMk id="13" creationId="{00000000-0000-0000-0000-000000000000}"/>
          </ac:spMkLst>
        </pc:spChg>
        <pc:spChg chg="add mod">
          <ac:chgData name="Tejaswini Gosavi" userId="94b8ddae5a3d0c94" providerId="LiveId" clId="{8BAF7CBA-A237-4A9B-B6F5-64B40F6A4308}" dt="2026-10-11T14:57:56.469" v="996" actId="14100"/>
          <ac:spMkLst>
            <pc:docMk/>
            <pc:sldMk cId="0" sldId="256"/>
            <ac:spMk id="19" creationId="{87753217-030A-B929-495B-F29C96B3A5D1}"/>
          </ac:spMkLst>
        </pc:spChg>
        <pc:spChg chg="add del mod">
          <ac:chgData name="Tejaswini Gosavi" userId="94b8ddae5a3d0c94" providerId="LiveId" clId="{8BAF7CBA-A237-4A9B-B6F5-64B40F6A4308}" dt="2026-10-11T10:24:28.611" v="27"/>
          <ac:spMkLst>
            <pc:docMk/>
            <pc:sldMk cId="0" sldId="256"/>
            <ac:spMk id="20" creationId="{AA00A916-01B2-97B4-2858-F46E6501E51F}"/>
          </ac:spMkLst>
        </pc:spChg>
        <pc:spChg chg="add mod">
          <ac:chgData name="Tejaswini Gosavi" userId="94b8ddae5a3d0c94" providerId="LiveId" clId="{8BAF7CBA-A237-4A9B-B6F5-64B40F6A4308}" dt="2026-10-11T14:58:05.325" v="1000" actId="20577"/>
          <ac:spMkLst>
            <pc:docMk/>
            <pc:sldMk cId="0" sldId="256"/>
            <ac:spMk id="21" creationId="{2F20B727-8110-E877-BDA1-DB95C2F33E07}"/>
          </ac:spMkLst>
        </pc:spChg>
        <pc:spChg chg="add del mod">
          <ac:chgData name="Tejaswini Gosavi" userId="94b8ddae5a3d0c94" providerId="LiveId" clId="{8BAF7CBA-A237-4A9B-B6F5-64B40F6A4308}" dt="2026-10-11T10:28:03.931" v="47"/>
          <ac:spMkLst>
            <pc:docMk/>
            <pc:sldMk cId="0" sldId="256"/>
            <ac:spMk id="22" creationId="{AE1EBAD9-F677-45D9-1E65-D97371E2B0DB}"/>
          </ac:spMkLst>
        </pc:spChg>
        <pc:spChg chg="add mod">
          <ac:chgData name="Tejaswini Gosavi" userId="94b8ddae5a3d0c94" providerId="LiveId" clId="{8BAF7CBA-A237-4A9B-B6F5-64B40F6A4308}" dt="2026-10-11T10:35:14.798" v="176" actId="14100"/>
          <ac:spMkLst>
            <pc:docMk/>
            <pc:sldMk cId="0" sldId="256"/>
            <ac:spMk id="23" creationId="{A913AACE-3A2E-2A32-A840-A6396786DAF3}"/>
          </ac:spMkLst>
        </pc:spChg>
      </pc:sldChg>
      <pc:sldChg chg="addSp delSp modSp mod">
        <pc:chgData name="Tejaswini Gosavi" userId="94b8ddae5a3d0c94" providerId="LiveId" clId="{8BAF7CBA-A237-4A9B-B6F5-64B40F6A4308}" dt="2026-10-11T15:01:07.450" v="1045" actId="1076"/>
        <pc:sldMkLst>
          <pc:docMk/>
          <pc:sldMk cId="0" sldId="257"/>
        </pc:sldMkLst>
        <pc:spChg chg="mod">
          <ac:chgData name="Tejaswini Gosavi" userId="94b8ddae5a3d0c94" providerId="LiveId" clId="{8BAF7CBA-A237-4A9B-B6F5-64B40F6A4308}" dt="2026-10-11T11:22:50.710" v="367" actId="20577"/>
          <ac:spMkLst>
            <pc:docMk/>
            <pc:sldMk cId="0" sldId="257"/>
            <ac:spMk id="2" creationId="{00000000-0000-0000-0000-000000000000}"/>
          </ac:spMkLst>
        </pc:spChg>
        <pc:spChg chg="del mod">
          <ac:chgData name="Tejaswini Gosavi" userId="94b8ddae5a3d0c94" providerId="LiveId" clId="{8BAF7CBA-A237-4A9B-B6F5-64B40F6A4308}" dt="2026-10-11T15:01:02.972" v="1044" actId="478"/>
          <ac:spMkLst>
            <pc:docMk/>
            <pc:sldMk cId="0" sldId="257"/>
            <ac:spMk id="4" creationId="{00000000-0000-0000-0000-000000000000}"/>
          </ac:spMkLst>
        </pc:spChg>
        <pc:spChg chg="mod">
          <ac:chgData name="Tejaswini Gosavi" userId="94b8ddae5a3d0c94" providerId="LiveId" clId="{8BAF7CBA-A237-4A9B-B6F5-64B40F6A4308}" dt="2026-10-11T14:58:28.761" v="1008" actId="1036"/>
          <ac:spMkLst>
            <pc:docMk/>
            <pc:sldMk cId="0" sldId="257"/>
            <ac:spMk id="10" creationId="{00000000-0000-0000-0000-000000000000}"/>
          </ac:spMkLst>
        </pc:spChg>
        <pc:spChg chg="mod">
          <ac:chgData name="Tejaswini Gosavi" userId="94b8ddae5a3d0c94" providerId="LiveId" clId="{8BAF7CBA-A237-4A9B-B6F5-64B40F6A4308}" dt="2026-10-11T14:58:33.614" v="1012" actId="1036"/>
          <ac:spMkLst>
            <pc:docMk/>
            <pc:sldMk cId="0" sldId="257"/>
            <ac:spMk id="11" creationId="{00000000-0000-0000-0000-000000000000}"/>
          </ac:spMkLst>
        </pc:spChg>
        <pc:spChg chg="add del mod">
          <ac:chgData name="Tejaswini Gosavi" userId="94b8ddae5a3d0c94" providerId="LiveId" clId="{8BAF7CBA-A237-4A9B-B6F5-64B40F6A4308}" dt="2026-10-11T14:17:25.849" v="815" actId="478"/>
          <ac:spMkLst>
            <pc:docMk/>
            <pc:sldMk cId="0" sldId="257"/>
            <ac:spMk id="14" creationId="{89644213-7D14-CB5C-7599-7D3DDF4FB004}"/>
          </ac:spMkLst>
        </pc:spChg>
        <pc:spChg chg="add mod">
          <ac:chgData name="Tejaswini Gosavi" userId="94b8ddae5a3d0c94" providerId="LiveId" clId="{8BAF7CBA-A237-4A9B-B6F5-64B40F6A4308}" dt="2026-10-11T15:01:07.450" v="1045" actId="1076"/>
          <ac:spMkLst>
            <pc:docMk/>
            <pc:sldMk cId="0" sldId="257"/>
            <ac:spMk id="14" creationId="{9C1AF8A7-3F16-07EC-573A-EB14E2FEDBAF}"/>
          </ac:spMkLst>
        </pc:spChg>
        <pc:spChg chg="add del mod">
          <ac:chgData name="Tejaswini Gosavi" userId="94b8ddae5a3d0c94" providerId="LiveId" clId="{8BAF7CBA-A237-4A9B-B6F5-64B40F6A4308}" dt="2026-10-11T14:17:27.584" v="816" actId="478"/>
          <ac:spMkLst>
            <pc:docMk/>
            <pc:sldMk cId="0" sldId="257"/>
            <ac:spMk id="15" creationId="{C6E8BD8E-364F-0801-E761-CC5540D01773}"/>
          </ac:spMkLst>
        </pc:spChg>
        <pc:spChg chg="add del mod">
          <ac:chgData name="Tejaswini Gosavi" userId="94b8ddae5a3d0c94" providerId="LiveId" clId="{8BAF7CBA-A237-4A9B-B6F5-64B40F6A4308}" dt="2026-10-11T14:17:29.030" v="817" actId="478"/>
          <ac:spMkLst>
            <pc:docMk/>
            <pc:sldMk cId="0" sldId="257"/>
            <ac:spMk id="16" creationId="{7A0E1EBB-3209-A445-4A0F-C5864CD21BD7}"/>
          </ac:spMkLst>
        </pc:spChg>
        <pc:grpChg chg="mod">
          <ac:chgData name="Tejaswini Gosavi" userId="94b8ddae5a3d0c94" providerId="LiveId" clId="{8BAF7CBA-A237-4A9B-B6F5-64B40F6A4308}" dt="2026-10-11T11:53:00.352" v="411" actId="1076"/>
          <ac:grpSpMkLst>
            <pc:docMk/>
            <pc:sldMk cId="0" sldId="257"/>
            <ac:grpSpMk id="3" creationId="{00000000-0000-0000-0000-000000000000}"/>
          </ac:grpSpMkLst>
        </pc:grpChg>
      </pc:sldChg>
      <pc:sldChg chg="addSp modSp mod">
        <pc:chgData name="Tejaswini Gosavi" userId="94b8ddae5a3d0c94" providerId="LiveId" clId="{8BAF7CBA-A237-4A9B-B6F5-64B40F6A4308}" dt="2026-10-11T15:02:10.264" v="1050" actId="14100"/>
        <pc:sldMkLst>
          <pc:docMk/>
          <pc:sldMk cId="0" sldId="258"/>
        </pc:sldMkLst>
        <pc:spChg chg="mod">
          <ac:chgData name="Tejaswini Gosavi" userId="94b8ddae5a3d0c94" providerId="LiveId" clId="{8BAF7CBA-A237-4A9B-B6F5-64B40F6A4308}" dt="2026-10-11T13:34:41.088" v="453" actId="1076"/>
          <ac:spMkLst>
            <pc:docMk/>
            <pc:sldMk cId="0" sldId="258"/>
            <ac:spMk id="2" creationId="{00000000-0000-0000-0000-000000000000}"/>
          </ac:spMkLst>
        </pc:spChg>
        <pc:spChg chg="mod">
          <ac:chgData name="Tejaswini Gosavi" userId="94b8ddae5a3d0c94" providerId="LiveId" clId="{8BAF7CBA-A237-4A9B-B6F5-64B40F6A4308}" dt="2026-10-11T14:58:20.681" v="1004" actId="1036"/>
          <ac:spMkLst>
            <pc:docMk/>
            <pc:sldMk cId="0" sldId="258"/>
            <ac:spMk id="10" creationId="{00000000-0000-0000-0000-000000000000}"/>
          </ac:spMkLst>
        </pc:spChg>
        <pc:spChg chg="mod">
          <ac:chgData name="Tejaswini Gosavi" userId="94b8ddae5a3d0c94" providerId="LiveId" clId="{8BAF7CBA-A237-4A9B-B6F5-64B40F6A4308}" dt="2026-10-11T13:34:41.244" v="454" actId="1076"/>
          <ac:spMkLst>
            <pc:docMk/>
            <pc:sldMk cId="0" sldId="258"/>
            <ac:spMk id="11" creationId="{00000000-0000-0000-0000-000000000000}"/>
          </ac:spMkLst>
        </pc:spChg>
        <pc:spChg chg="mod">
          <ac:chgData name="Tejaswini Gosavi" userId="94b8ddae5a3d0c94" providerId="LiveId" clId="{8BAF7CBA-A237-4A9B-B6F5-64B40F6A4308}" dt="2026-10-11T14:53:48.843" v="963" actId="1076"/>
          <ac:spMkLst>
            <pc:docMk/>
            <pc:sldMk cId="0" sldId="258"/>
            <ac:spMk id="12" creationId="{00000000-0000-0000-0000-000000000000}"/>
          </ac:spMkLst>
        </pc:spChg>
        <pc:spChg chg="add mod">
          <ac:chgData name="Tejaswini Gosavi" userId="94b8ddae5a3d0c94" providerId="LiveId" clId="{8BAF7CBA-A237-4A9B-B6F5-64B40F6A4308}" dt="2026-10-11T14:53:11.971" v="954" actId="255"/>
          <ac:spMkLst>
            <pc:docMk/>
            <pc:sldMk cId="0" sldId="258"/>
            <ac:spMk id="14" creationId="{3ECE7AFC-1900-8515-E4BF-7ED32292E475}"/>
          </ac:spMkLst>
        </pc:spChg>
        <pc:picChg chg="add mod">
          <ac:chgData name="Tejaswini Gosavi" userId="94b8ddae5a3d0c94" providerId="LiveId" clId="{8BAF7CBA-A237-4A9B-B6F5-64B40F6A4308}" dt="2026-10-11T15:02:10.264" v="1050" actId="14100"/>
          <ac:picMkLst>
            <pc:docMk/>
            <pc:sldMk cId="0" sldId="258"/>
            <ac:picMk id="15" creationId="{4AE71692-9136-30C6-A00F-2580D01BD72A}"/>
          </ac:picMkLst>
        </pc:picChg>
      </pc:sldChg>
      <pc:sldChg chg="addSp delSp modSp mod">
        <pc:chgData name="Tejaswini Gosavi" userId="94b8ddae5a3d0c94" providerId="LiveId" clId="{8BAF7CBA-A237-4A9B-B6F5-64B40F6A4308}" dt="2026-10-11T15:01:26.010" v="1047" actId="1076"/>
        <pc:sldMkLst>
          <pc:docMk/>
          <pc:sldMk cId="0" sldId="259"/>
        </pc:sldMkLst>
        <pc:spChg chg="mod">
          <ac:chgData name="Tejaswini Gosavi" userId="94b8ddae5a3d0c94" providerId="LiveId" clId="{8BAF7CBA-A237-4A9B-B6F5-64B40F6A4308}" dt="2026-10-11T13:46:19.019" v="534" actId="1076"/>
          <ac:spMkLst>
            <pc:docMk/>
            <pc:sldMk cId="0" sldId="259"/>
            <ac:spMk id="2" creationId="{00000000-0000-0000-0000-000000000000}"/>
          </ac:spMkLst>
        </pc:spChg>
        <pc:spChg chg="mod">
          <ac:chgData name="Tejaswini Gosavi" userId="94b8ddae5a3d0c94" providerId="LiveId" clId="{8BAF7CBA-A237-4A9B-B6F5-64B40F6A4308}" dt="2026-10-11T15:00:15.061" v="1025" actId="1036"/>
          <ac:spMkLst>
            <pc:docMk/>
            <pc:sldMk cId="0" sldId="259"/>
            <ac:spMk id="10" creationId="{00000000-0000-0000-0000-000000000000}"/>
          </ac:spMkLst>
        </pc:spChg>
        <pc:spChg chg="mod">
          <ac:chgData name="Tejaswini Gosavi" userId="94b8ddae5a3d0c94" providerId="LiveId" clId="{8BAF7CBA-A237-4A9B-B6F5-64B40F6A4308}" dt="2026-10-11T15:00:18.228" v="1028" actId="1035"/>
          <ac:spMkLst>
            <pc:docMk/>
            <pc:sldMk cId="0" sldId="259"/>
            <ac:spMk id="11" creationId="{00000000-0000-0000-0000-000000000000}"/>
          </ac:spMkLst>
        </pc:spChg>
        <pc:spChg chg="add del mod">
          <ac:chgData name="Tejaswini Gosavi" userId="94b8ddae5a3d0c94" providerId="LiveId" clId="{8BAF7CBA-A237-4A9B-B6F5-64B40F6A4308}" dt="2026-10-11T14:43:23.452" v="949"/>
          <ac:spMkLst>
            <pc:docMk/>
            <pc:sldMk cId="0" sldId="259"/>
            <ac:spMk id="14" creationId="{1AA40849-F669-BAD3-4DA9-0241B4749F78}"/>
          </ac:spMkLst>
        </pc:spChg>
        <pc:grpChg chg="mod">
          <ac:chgData name="Tejaswini Gosavi" userId="94b8ddae5a3d0c94" providerId="LiveId" clId="{8BAF7CBA-A237-4A9B-B6F5-64B40F6A4308}" dt="2026-10-11T13:41:22.162" v="485" actId="1076"/>
          <ac:grpSpMkLst>
            <pc:docMk/>
            <pc:sldMk cId="0" sldId="259"/>
            <ac:grpSpMk id="3" creationId="{00000000-0000-0000-0000-000000000000}"/>
          </ac:grpSpMkLst>
        </pc:grpChg>
        <pc:picChg chg="add del mod">
          <ac:chgData name="Tejaswini Gosavi" userId="94b8ddae5a3d0c94" providerId="LiveId" clId="{8BAF7CBA-A237-4A9B-B6F5-64B40F6A4308}" dt="2026-10-11T14:59:29.047" v="1013" actId="478"/>
          <ac:picMkLst>
            <pc:docMk/>
            <pc:sldMk cId="0" sldId="259"/>
            <ac:picMk id="16" creationId="{BF6D4399-15D3-1529-9BFF-561EDA251C6F}"/>
          </ac:picMkLst>
        </pc:picChg>
        <pc:picChg chg="add mod">
          <ac:chgData name="Tejaswini Gosavi" userId="94b8ddae5a3d0c94" providerId="LiveId" clId="{8BAF7CBA-A237-4A9B-B6F5-64B40F6A4308}" dt="2026-10-11T15:01:26.010" v="1047" actId="1076"/>
          <ac:picMkLst>
            <pc:docMk/>
            <pc:sldMk cId="0" sldId="259"/>
            <ac:picMk id="17" creationId="{4B0C49E9-B3D8-8A3D-6D30-ACCFB4129B7F}"/>
          </ac:picMkLst>
        </pc:picChg>
      </pc:sldChg>
      <pc:sldChg chg="addSp delSp modSp mod">
        <pc:chgData name="Tejaswini Gosavi" userId="94b8ddae5a3d0c94" providerId="LiveId" clId="{8BAF7CBA-A237-4A9B-B6F5-64B40F6A4308}" dt="2026-10-11T15:00:26.626" v="1032" actId="1036"/>
        <pc:sldMkLst>
          <pc:docMk/>
          <pc:sldMk cId="0" sldId="260"/>
        </pc:sldMkLst>
        <pc:spChg chg="mod">
          <ac:chgData name="Tejaswini Gosavi" userId="94b8ddae5a3d0c94" providerId="LiveId" clId="{8BAF7CBA-A237-4A9B-B6F5-64B40F6A4308}" dt="2026-10-11T13:48:38.047" v="544" actId="1076"/>
          <ac:spMkLst>
            <pc:docMk/>
            <pc:sldMk cId="0" sldId="260"/>
            <ac:spMk id="2" creationId="{00000000-0000-0000-0000-000000000000}"/>
          </ac:spMkLst>
        </pc:spChg>
        <pc:spChg chg="mod">
          <ac:chgData name="Tejaswini Gosavi" userId="94b8ddae5a3d0c94" providerId="LiveId" clId="{8BAF7CBA-A237-4A9B-B6F5-64B40F6A4308}" dt="2026-10-11T15:00:24.307" v="1030" actId="1036"/>
          <ac:spMkLst>
            <pc:docMk/>
            <pc:sldMk cId="0" sldId="260"/>
            <ac:spMk id="10" creationId="{00000000-0000-0000-0000-000000000000}"/>
          </ac:spMkLst>
        </pc:spChg>
        <pc:spChg chg="mod">
          <ac:chgData name="Tejaswini Gosavi" userId="94b8ddae5a3d0c94" providerId="LiveId" clId="{8BAF7CBA-A237-4A9B-B6F5-64B40F6A4308}" dt="2026-10-11T15:00:26.626" v="1032" actId="1036"/>
          <ac:spMkLst>
            <pc:docMk/>
            <pc:sldMk cId="0" sldId="260"/>
            <ac:spMk id="11" creationId="{00000000-0000-0000-0000-000000000000}"/>
          </ac:spMkLst>
        </pc:spChg>
        <pc:spChg chg="mod">
          <ac:chgData name="Tejaswini Gosavi" userId="94b8ddae5a3d0c94" providerId="LiveId" clId="{8BAF7CBA-A237-4A9B-B6F5-64B40F6A4308}" dt="2026-10-11T13:49:05.207" v="549" actId="14100"/>
          <ac:spMkLst>
            <pc:docMk/>
            <pc:sldMk cId="0" sldId="260"/>
            <ac:spMk id="13" creationId="{00000000-0000-0000-0000-000000000000}"/>
          </ac:spMkLst>
        </pc:spChg>
        <pc:spChg chg="add mod">
          <ac:chgData name="Tejaswini Gosavi" userId="94b8ddae5a3d0c94" providerId="LiveId" clId="{8BAF7CBA-A237-4A9B-B6F5-64B40F6A4308}" dt="2026-10-11T14:01:45.573" v="780" actId="115"/>
          <ac:spMkLst>
            <pc:docMk/>
            <pc:sldMk cId="0" sldId="260"/>
            <ac:spMk id="14" creationId="{26CB9D06-3548-B42C-F7D1-AFD6370DEFB0}"/>
          </ac:spMkLst>
        </pc:spChg>
        <pc:spChg chg="add del mod">
          <ac:chgData name="Tejaswini Gosavi" userId="94b8ddae5a3d0c94" providerId="LiveId" clId="{8BAF7CBA-A237-4A9B-B6F5-64B40F6A4308}" dt="2026-10-11T13:49:40.075" v="555"/>
          <ac:spMkLst>
            <pc:docMk/>
            <pc:sldMk cId="0" sldId="260"/>
            <ac:spMk id="15" creationId="{10D4C019-5B1A-FC63-E3F1-7D84357D4F9D}"/>
          </ac:spMkLst>
        </pc:spChg>
        <pc:spChg chg="add mod">
          <ac:chgData name="Tejaswini Gosavi" userId="94b8ddae5a3d0c94" providerId="LiveId" clId="{8BAF7CBA-A237-4A9B-B6F5-64B40F6A4308}" dt="2026-10-11T14:45:38.739" v="950" actId="12"/>
          <ac:spMkLst>
            <pc:docMk/>
            <pc:sldMk cId="0" sldId="260"/>
            <ac:spMk id="16" creationId="{10B151C3-52D0-73B8-970A-AFAD24D679FD}"/>
          </ac:spMkLst>
        </pc:spChg>
        <pc:spChg chg="add del mod">
          <ac:chgData name="Tejaswini Gosavi" userId="94b8ddae5a3d0c94" providerId="LiveId" clId="{8BAF7CBA-A237-4A9B-B6F5-64B40F6A4308}" dt="2026-10-11T13:49:40.075" v="557"/>
          <ac:spMkLst>
            <pc:docMk/>
            <pc:sldMk cId="0" sldId="260"/>
            <ac:spMk id="17" creationId="{853954B7-AC2C-D8D3-2B4F-0C0ADC6ABEA7}"/>
          </ac:spMkLst>
        </pc:spChg>
        <pc:spChg chg="add mod">
          <ac:chgData name="Tejaswini Gosavi" userId="94b8ddae5a3d0c94" providerId="LiveId" clId="{8BAF7CBA-A237-4A9B-B6F5-64B40F6A4308}" dt="2026-10-11T13:56:25.962" v="645" actId="1076"/>
          <ac:spMkLst>
            <pc:docMk/>
            <pc:sldMk cId="0" sldId="260"/>
            <ac:spMk id="18" creationId="{8572180A-1E39-F230-9299-EC94FF494D00}"/>
          </ac:spMkLst>
        </pc:spChg>
        <pc:spChg chg="add mod">
          <ac:chgData name="Tejaswini Gosavi" userId="94b8ddae5a3d0c94" providerId="LiveId" clId="{8BAF7CBA-A237-4A9B-B6F5-64B40F6A4308}" dt="2026-10-11T13:53:02.672" v="610" actId="14100"/>
          <ac:spMkLst>
            <pc:docMk/>
            <pc:sldMk cId="0" sldId="260"/>
            <ac:spMk id="19" creationId="{3237B59D-0421-20FC-FA50-AC9578BA9760}"/>
          </ac:spMkLst>
        </pc:spChg>
      </pc:sldChg>
      <pc:sldChg chg="addSp modSp mod">
        <pc:chgData name="Tejaswini Gosavi" userId="94b8ddae5a3d0c94" providerId="LiveId" clId="{8BAF7CBA-A237-4A9B-B6F5-64B40F6A4308}" dt="2026-10-11T15:00:40.517" v="1036" actId="1036"/>
        <pc:sldMkLst>
          <pc:docMk/>
          <pc:sldMk cId="0" sldId="261"/>
        </pc:sldMkLst>
        <pc:spChg chg="mod">
          <ac:chgData name="Tejaswini Gosavi" userId="94b8ddae5a3d0c94" providerId="LiveId" clId="{8BAF7CBA-A237-4A9B-B6F5-64B40F6A4308}" dt="2026-10-11T14:18:21.468" v="821" actId="13822"/>
          <ac:spMkLst>
            <pc:docMk/>
            <pc:sldMk cId="0" sldId="261"/>
            <ac:spMk id="2" creationId="{00000000-0000-0000-0000-000000000000}"/>
          </ac:spMkLst>
        </pc:spChg>
        <pc:spChg chg="mod">
          <ac:chgData name="Tejaswini Gosavi" userId="94b8ddae5a3d0c94" providerId="LiveId" clId="{8BAF7CBA-A237-4A9B-B6F5-64B40F6A4308}" dt="2026-10-11T15:00:40.517" v="1036" actId="1036"/>
          <ac:spMkLst>
            <pc:docMk/>
            <pc:sldMk cId="0" sldId="261"/>
            <ac:spMk id="10" creationId="{00000000-0000-0000-0000-000000000000}"/>
          </ac:spMkLst>
        </pc:spChg>
        <pc:spChg chg="mod">
          <ac:chgData name="Tejaswini Gosavi" userId="94b8ddae5a3d0c94" providerId="LiveId" clId="{8BAF7CBA-A237-4A9B-B6F5-64B40F6A4308}" dt="2026-10-11T14:20:32.874" v="845" actId="1076"/>
          <ac:spMkLst>
            <pc:docMk/>
            <pc:sldMk cId="0" sldId="261"/>
            <ac:spMk id="13" creationId="{00000000-0000-0000-0000-000000000000}"/>
          </ac:spMkLst>
        </pc:spChg>
        <pc:spChg chg="add mod">
          <ac:chgData name="Tejaswini Gosavi" userId="94b8ddae5a3d0c94" providerId="LiveId" clId="{8BAF7CBA-A237-4A9B-B6F5-64B40F6A4308}" dt="2026-10-11T14:22:31.601" v="869" actId="1076"/>
          <ac:spMkLst>
            <pc:docMk/>
            <pc:sldMk cId="0" sldId="261"/>
            <ac:spMk id="14" creationId="{0CAF65CE-2714-DA6E-A6A7-4B7517E4AB2E}"/>
          </ac:spMkLst>
        </pc:spChg>
        <pc:spChg chg="add mod">
          <ac:chgData name="Tejaswini Gosavi" userId="94b8ddae5a3d0c94" providerId="LiveId" clId="{8BAF7CBA-A237-4A9B-B6F5-64B40F6A4308}" dt="2026-10-11T14:22:13.525" v="864" actId="1076"/>
          <ac:spMkLst>
            <pc:docMk/>
            <pc:sldMk cId="0" sldId="261"/>
            <ac:spMk id="15" creationId="{F68AE4CB-238E-4C6F-B4A4-87162C9A6807}"/>
          </ac:spMkLst>
        </pc:spChg>
        <pc:spChg chg="add mod">
          <ac:chgData name="Tejaswini Gosavi" userId="94b8ddae5a3d0c94" providerId="LiveId" clId="{8BAF7CBA-A237-4A9B-B6F5-64B40F6A4308}" dt="2026-10-11T14:28:22.240" v="932" actId="120"/>
          <ac:spMkLst>
            <pc:docMk/>
            <pc:sldMk cId="0" sldId="261"/>
            <ac:spMk id="16" creationId="{722AFC47-76C5-3A9C-080C-ED4BE81C4BB1}"/>
          </ac:spMkLst>
        </pc:spChg>
        <pc:spChg chg="add mod">
          <ac:chgData name="Tejaswini Gosavi" userId="94b8ddae5a3d0c94" providerId="LiveId" clId="{8BAF7CBA-A237-4A9B-B6F5-64B40F6A4308}" dt="2026-10-11T14:22:26.175" v="868" actId="1076"/>
          <ac:spMkLst>
            <pc:docMk/>
            <pc:sldMk cId="0" sldId="261"/>
            <ac:spMk id="17" creationId="{C9822A3A-851B-D700-6BC0-224820126D03}"/>
          </ac:spMkLst>
        </pc:spChg>
        <pc:spChg chg="add mod">
          <ac:chgData name="Tejaswini Gosavi" userId="94b8ddae5a3d0c94" providerId="LiveId" clId="{8BAF7CBA-A237-4A9B-B6F5-64B40F6A4308}" dt="2026-10-11T14:25:04.175" v="899" actId="20577"/>
          <ac:spMkLst>
            <pc:docMk/>
            <pc:sldMk cId="0" sldId="261"/>
            <ac:spMk id="18" creationId="{63131F30-BC67-0B54-94CC-4E439F1406B3}"/>
          </ac:spMkLst>
        </pc:spChg>
      </pc:sldChg>
      <pc:sldChg chg="addSp modSp mod">
        <pc:chgData name="Tejaswini Gosavi" userId="94b8ddae5a3d0c94" providerId="LiveId" clId="{8BAF7CBA-A237-4A9B-B6F5-64B40F6A4308}" dt="2026-10-11T15:01:44.776" v="1049" actId="14100"/>
        <pc:sldMkLst>
          <pc:docMk/>
          <pc:sldMk cId="0" sldId="262"/>
        </pc:sldMkLst>
        <pc:spChg chg="mod">
          <ac:chgData name="Tejaswini Gosavi" userId="94b8ddae5a3d0c94" providerId="LiveId" clId="{8BAF7CBA-A237-4A9B-B6F5-64B40F6A4308}" dt="2026-10-11T15:00:46.580" v="1041" actId="1036"/>
          <ac:spMkLst>
            <pc:docMk/>
            <pc:sldMk cId="0" sldId="262"/>
            <ac:spMk id="10" creationId="{00000000-0000-0000-0000-000000000000}"/>
          </ac:spMkLst>
        </pc:spChg>
        <pc:spChg chg="mod">
          <ac:chgData name="Tejaswini Gosavi" userId="94b8ddae5a3d0c94" providerId="LiveId" clId="{8BAF7CBA-A237-4A9B-B6F5-64B40F6A4308}" dt="2026-10-11T14:38:52.136" v="941" actId="1076"/>
          <ac:spMkLst>
            <pc:docMk/>
            <pc:sldMk cId="0" sldId="262"/>
            <ac:spMk id="13" creationId="{00000000-0000-0000-0000-000000000000}"/>
          </ac:spMkLst>
        </pc:spChg>
        <pc:picChg chg="add mod">
          <ac:chgData name="Tejaswini Gosavi" userId="94b8ddae5a3d0c94" providerId="LiveId" clId="{8BAF7CBA-A237-4A9B-B6F5-64B40F6A4308}" dt="2026-10-11T15:01:44.776" v="1049" actId="14100"/>
          <ac:picMkLst>
            <pc:docMk/>
            <pc:sldMk cId="0" sldId="262"/>
            <ac:picMk id="15" creationId="{67EE8B07-BF02-790C-B40B-1617B5B2CD1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07699E-6484-4FC6-A4FA-4451257DB3CF}" type="datetimeFigureOut">
              <a:rPr lang="en-IN" smtClean="0"/>
              <a:t>11-10-2026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416B23-B305-4F0E-8D4C-BD0370D3C6A4}" type="slidenum">
              <a:rPr lang="en-IN" smtClean="0"/>
              <a:t>‹#›</a:t>
            </a:fld>
            <a:endParaRPr lang="en-IN"/>
          </a:p>
        </p:txBody>
      </p:sp>
    </p:spTree>
    <p:extLst>
      <p:ext uri="{BB962C8B-B14F-4D97-AF65-F5344CB8AC3E}">
        <p14:creationId xmlns:p14="http://schemas.microsoft.com/office/powerpoint/2010/main" val="1677515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416B23-B305-4F0E-8D4C-BD0370D3C6A4}" type="slidenum">
              <a:rPr lang="en-IN" smtClean="0"/>
              <a:t>2</a:t>
            </a:fld>
            <a:endParaRPr lang="en-IN"/>
          </a:p>
        </p:txBody>
      </p:sp>
    </p:spTree>
    <p:extLst>
      <p:ext uri="{BB962C8B-B14F-4D97-AF65-F5344CB8AC3E}">
        <p14:creationId xmlns:p14="http://schemas.microsoft.com/office/powerpoint/2010/main" val="36447697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4.jpe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2.png"/><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2.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11.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1.png"/><Relationship Id="rId10"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5.jpe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2.png"/><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8EB"/>
        </a:solidFill>
        <a:effectLst/>
      </p:bgPr>
    </p:bg>
    <p:spTree>
      <p:nvGrpSpPr>
        <p:cNvPr id="1" name=""/>
        <p:cNvGrpSpPr/>
        <p:nvPr/>
      </p:nvGrpSpPr>
      <p:grpSpPr>
        <a:xfrm>
          <a:off x="0" y="0"/>
          <a:ext cx="0" cy="0"/>
          <a:chOff x="0" y="0"/>
          <a:chExt cx="0" cy="0"/>
        </a:xfrm>
      </p:grpSpPr>
      <p:sp>
        <p:nvSpPr>
          <p:cNvPr id="2" name="Freeform 2"/>
          <p:cNvSpPr/>
          <p:nvPr/>
        </p:nvSpPr>
        <p:spPr>
          <a:xfrm>
            <a:off x="15416893" y="4930326"/>
            <a:ext cx="1790743" cy="1009954"/>
          </a:xfrm>
          <a:custGeom>
            <a:avLst/>
            <a:gdLst/>
            <a:ahLst/>
            <a:cxnLst/>
            <a:rect l="l" t="t" r="r" b="b"/>
            <a:pathLst>
              <a:path w="1790743" h="1009954">
                <a:moveTo>
                  <a:pt x="0" y="0"/>
                </a:moveTo>
                <a:lnTo>
                  <a:pt x="1790744" y="0"/>
                </a:lnTo>
                <a:lnTo>
                  <a:pt x="1790744" y="1009954"/>
                </a:lnTo>
                <a:lnTo>
                  <a:pt x="0" y="1009954"/>
                </a:lnTo>
                <a:lnTo>
                  <a:pt x="0" y="0"/>
                </a:lnTo>
                <a:close/>
              </a:path>
            </a:pathLst>
          </a:custGeom>
          <a:blipFill>
            <a:blip r:embed="rId2">
              <a:alphaModFix amt="59000"/>
            </a:blip>
            <a:stretch>
              <a:fillRect/>
            </a:stretch>
          </a:blipFill>
        </p:spPr>
      </p:sp>
      <p:sp>
        <p:nvSpPr>
          <p:cNvPr id="3" name="TextBox 3"/>
          <p:cNvSpPr txBox="1"/>
          <p:nvPr/>
        </p:nvSpPr>
        <p:spPr>
          <a:xfrm>
            <a:off x="736677" y="6563781"/>
            <a:ext cx="2260718" cy="743463"/>
          </a:xfrm>
          <a:prstGeom prst="rect">
            <a:avLst/>
          </a:prstGeom>
        </p:spPr>
        <p:txBody>
          <a:bodyPr lIns="0" tIns="0" rIns="0" bIns="0" rtlCol="0" anchor="t">
            <a:spAutoFit/>
          </a:bodyPr>
          <a:lstStyle/>
          <a:p>
            <a:pPr algn="l">
              <a:lnSpc>
                <a:spcPts val="4771"/>
              </a:lnSpc>
            </a:pPr>
            <a:r>
              <a:rPr lang="en-US" sz="4771" b="1" spc="46">
                <a:solidFill>
                  <a:srgbClr val="4E4A76"/>
                </a:solidFill>
                <a:latin typeface="Heading Now 31-38 Bold"/>
                <a:ea typeface="Heading Now 31-38 Bold"/>
                <a:cs typeface="Heading Now 31-38 Bold"/>
                <a:sym typeface="Heading Now 31-38 Bold"/>
              </a:rPr>
              <a:t>TEAM NAME :</a:t>
            </a:r>
          </a:p>
        </p:txBody>
      </p:sp>
      <p:sp>
        <p:nvSpPr>
          <p:cNvPr id="4" name="TextBox 4"/>
          <p:cNvSpPr txBox="1"/>
          <p:nvPr/>
        </p:nvSpPr>
        <p:spPr>
          <a:xfrm>
            <a:off x="736677" y="4655619"/>
            <a:ext cx="5932460" cy="807047"/>
          </a:xfrm>
          <a:prstGeom prst="rect">
            <a:avLst/>
          </a:prstGeom>
        </p:spPr>
        <p:txBody>
          <a:bodyPr lIns="0" tIns="0" rIns="0" bIns="0" rtlCol="0" anchor="t">
            <a:spAutoFit/>
          </a:bodyPr>
          <a:lstStyle/>
          <a:p>
            <a:pPr algn="l">
              <a:lnSpc>
                <a:spcPts val="5148"/>
              </a:lnSpc>
            </a:pPr>
            <a:r>
              <a:rPr lang="en-US" sz="5148" b="1" spc="50">
                <a:solidFill>
                  <a:srgbClr val="1A2651"/>
                </a:solidFill>
                <a:latin typeface="Heading Now 31-38 Bold"/>
                <a:ea typeface="Heading Now 31-38 Bold"/>
                <a:cs typeface="Heading Now 31-38 Bold"/>
                <a:sym typeface="Heading Now 31-38 Bold"/>
              </a:rPr>
              <a:t>PROBLEM STATEMENT TITLE : </a:t>
            </a:r>
          </a:p>
        </p:txBody>
      </p:sp>
      <p:sp>
        <p:nvSpPr>
          <p:cNvPr id="5" name="TextBox 5"/>
          <p:cNvSpPr txBox="1"/>
          <p:nvPr/>
        </p:nvSpPr>
        <p:spPr>
          <a:xfrm>
            <a:off x="736677" y="3700840"/>
            <a:ext cx="6250076" cy="654025"/>
          </a:xfrm>
          <a:prstGeom prst="rect">
            <a:avLst/>
          </a:prstGeom>
        </p:spPr>
        <p:txBody>
          <a:bodyPr lIns="0" tIns="0" rIns="0" bIns="0" rtlCol="0" anchor="t">
            <a:spAutoFit/>
          </a:bodyPr>
          <a:lstStyle/>
          <a:p>
            <a:pPr algn="l">
              <a:lnSpc>
                <a:spcPts val="5148"/>
              </a:lnSpc>
            </a:pPr>
            <a:r>
              <a:rPr lang="en-US" sz="5148" b="1" spc="50" dirty="0">
                <a:solidFill>
                  <a:srgbClr val="4E4A76"/>
                </a:solidFill>
                <a:latin typeface="Heading Now 31-38 Bold"/>
                <a:ea typeface="Heading Now 31-38 Bold"/>
                <a:cs typeface="Heading Now 31-38 Bold"/>
                <a:sym typeface="Heading Now 31-38 Bold"/>
              </a:rPr>
              <a:t>DOMAIN &amp; NO :</a:t>
            </a:r>
            <a:r>
              <a:rPr lang="en-US" sz="5148" b="1" spc="50" dirty="0">
                <a:solidFill>
                  <a:srgbClr val="161F3E"/>
                </a:solidFill>
                <a:latin typeface="Heading Now 31-38 Bold"/>
                <a:ea typeface="Heading Now 31-38 Bold"/>
                <a:cs typeface="Heading Now 31-38 Bold"/>
                <a:sym typeface="Heading Now 31-38 Bold"/>
              </a:rPr>
              <a:t>  </a:t>
            </a:r>
            <a:r>
              <a:rPr lang="en-US" sz="4000" spc="50" dirty="0">
                <a:solidFill>
                  <a:srgbClr val="161F3E"/>
                </a:solidFill>
                <a:latin typeface="Bernard MT Condensed" panose="02050806060905020404" pitchFamily="18" charset="0"/>
                <a:ea typeface="Heading Now 31-38"/>
                <a:cs typeface="Times New Roman" panose="02020603050405020304" pitchFamily="18" charset="0"/>
                <a:sym typeface="Heading Now 31-38"/>
              </a:rPr>
              <a:t>1, C-03</a:t>
            </a:r>
          </a:p>
        </p:txBody>
      </p:sp>
      <p:sp>
        <p:nvSpPr>
          <p:cNvPr id="6" name="TextBox 6"/>
          <p:cNvSpPr txBox="1"/>
          <p:nvPr/>
        </p:nvSpPr>
        <p:spPr>
          <a:xfrm>
            <a:off x="736677" y="7525335"/>
            <a:ext cx="2119254" cy="707658"/>
          </a:xfrm>
          <a:prstGeom prst="rect">
            <a:avLst/>
          </a:prstGeom>
        </p:spPr>
        <p:txBody>
          <a:bodyPr lIns="0" tIns="0" rIns="0" bIns="0" rtlCol="0" anchor="t">
            <a:spAutoFit/>
          </a:bodyPr>
          <a:lstStyle/>
          <a:p>
            <a:pPr algn="l">
              <a:lnSpc>
                <a:spcPts val="4472"/>
              </a:lnSpc>
            </a:pPr>
            <a:r>
              <a:rPr lang="en-US" sz="4472" b="1" spc="43">
                <a:solidFill>
                  <a:srgbClr val="4E4A76"/>
                </a:solidFill>
                <a:latin typeface="Heading Now 31-38 Bold"/>
                <a:ea typeface="Heading Now 31-38 Bold"/>
                <a:cs typeface="Heading Now 31-38 Bold"/>
                <a:sym typeface="Heading Now 31-38 Bold"/>
              </a:rPr>
              <a:t>TEAM ID :</a:t>
            </a:r>
          </a:p>
        </p:txBody>
      </p:sp>
      <p:sp>
        <p:nvSpPr>
          <p:cNvPr id="7" name="Freeform 7"/>
          <p:cNvSpPr/>
          <p:nvPr/>
        </p:nvSpPr>
        <p:spPr>
          <a:xfrm>
            <a:off x="16127273" y="239946"/>
            <a:ext cx="2160727" cy="2160727"/>
          </a:xfrm>
          <a:custGeom>
            <a:avLst/>
            <a:gdLst/>
            <a:ahLst/>
            <a:cxnLst/>
            <a:rect l="l" t="t" r="r" b="b"/>
            <a:pathLst>
              <a:path w="2160727" h="2160727">
                <a:moveTo>
                  <a:pt x="0" y="0"/>
                </a:moveTo>
                <a:lnTo>
                  <a:pt x="2160727" y="0"/>
                </a:lnTo>
                <a:lnTo>
                  <a:pt x="2160727" y="2160727"/>
                </a:lnTo>
                <a:lnTo>
                  <a:pt x="0" y="2160727"/>
                </a:lnTo>
                <a:lnTo>
                  <a:pt x="0" y="0"/>
                </a:lnTo>
                <a:close/>
              </a:path>
            </a:pathLst>
          </a:custGeom>
          <a:blipFill>
            <a:blip r:embed="rId3"/>
            <a:stretch>
              <a:fillRect/>
            </a:stretch>
          </a:blipFill>
        </p:spPr>
      </p:sp>
      <p:sp>
        <p:nvSpPr>
          <p:cNvPr id="8" name="TextBox 8"/>
          <p:cNvSpPr txBox="1"/>
          <p:nvPr/>
        </p:nvSpPr>
        <p:spPr>
          <a:xfrm>
            <a:off x="594418" y="366545"/>
            <a:ext cx="4010276" cy="2096428"/>
          </a:xfrm>
          <a:prstGeom prst="rect">
            <a:avLst/>
          </a:prstGeom>
        </p:spPr>
        <p:txBody>
          <a:bodyPr lIns="0" tIns="0" rIns="0" bIns="0" rtlCol="0" anchor="t">
            <a:spAutoFit/>
          </a:bodyPr>
          <a:lstStyle/>
          <a:p>
            <a:pPr algn="l">
              <a:lnSpc>
                <a:spcPts val="13306"/>
              </a:lnSpc>
            </a:pPr>
            <a:r>
              <a:rPr lang="en-US" sz="13306" b="1" spc="129">
                <a:solidFill>
                  <a:srgbClr val="3C3B56">
                    <a:alpha val="84706"/>
                  </a:srgbClr>
                </a:solidFill>
                <a:latin typeface="Heading Now 31-38 Bold"/>
                <a:ea typeface="Heading Now 31-38 Bold"/>
                <a:cs typeface="Heading Now 31-38 Bold"/>
                <a:sym typeface="Heading Now 31-38 Bold"/>
              </a:rPr>
              <a:t>VORTEXA</a:t>
            </a:r>
          </a:p>
        </p:txBody>
      </p:sp>
      <p:sp>
        <p:nvSpPr>
          <p:cNvPr id="9" name="TextBox 9"/>
          <p:cNvSpPr txBox="1"/>
          <p:nvPr/>
        </p:nvSpPr>
        <p:spPr>
          <a:xfrm>
            <a:off x="4686268" y="366545"/>
            <a:ext cx="1413653" cy="2096428"/>
          </a:xfrm>
          <a:prstGeom prst="rect">
            <a:avLst/>
          </a:prstGeom>
        </p:spPr>
        <p:txBody>
          <a:bodyPr lIns="0" tIns="0" rIns="0" bIns="0" rtlCol="0" anchor="t">
            <a:spAutoFit/>
          </a:bodyPr>
          <a:lstStyle/>
          <a:p>
            <a:pPr algn="l">
              <a:lnSpc>
                <a:spcPts val="13306"/>
              </a:lnSpc>
            </a:pPr>
            <a:r>
              <a:rPr lang="en-US" sz="13306" b="1" spc="129">
                <a:solidFill>
                  <a:srgbClr val="7F5E87"/>
                </a:solidFill>
                <a:latin typeface="Heading Now 31-38 Bold"/>
                <a:ea typeface="Heading Now 31-38 Bold"/>
                <a:cs typeface="Heading Now 31-38 Bold"/>
                <a:sym typeface="Heading Now 31-38 Bold"/>
              </a:rPr>
              <a:t>3.0</a:t>
            </a:r>
          </a:p>
        </p:txBody>
      </p:sp>
      <p:sp>
        <p:nvSpPr>
          <p:cNvPr id="10" name="Freeform 10"/>
          <p:cNvSpPr/>
          <p:nvPr/>
        </p:nvSpPr>
        <p:spPr>
          <a:xfrm>
            <a:off x="427876" y="2201546"/>
            <a:ext cx="5496285" cy="239623"/>
          </a:xfrm>
          <a:custGeom>
            <a:avLst/>
            <a:gdLst/>
            <a:ahLst/>
            <a:cxnLst/>
            <a:rect l="l" t="t" r="r" b="b"/>
            <a:pathLst>
              <a:path w="5496285" h="239623">
                <a:moveTo>
                  <a:pt x="0" y="0"/>
                </a:moveTo>
                <a:lnTo>
                  <a:pt x="5496285" y="0"/>
                </a:lnTo>
                <a:lnTo>
                  <a:pt x="5496285" y="239623"/>
                </a:lnTo>
                <a:lnTo>
                  <a:pt x="0" y="239623"/>
                </a:lnTo>
                <a:lnTo>
                  <a:pt x="0" y="0"/>
                </a:lnTo>
                <a:close/>
              </a:path>
            </a:pathLst>
          </a:custGeom>
          <a:blipFill>
            <a:blip r:embed="rId4"/>
            <a:stretch>
              <a:fillRect/>
            </a:stretch>
          </a:blipFill>
        </p:spPr>
      </p:sp>
      <p:sp>
        <p:nvSpPr>
          <p:cNvPr id="11" name="TextBox 11"/>
          <p:cNvSpPr txBox="1"/>
          <p:nvPr/>
        </p:nvSpPr>
        <p:spPr>
          <a:xfrm>
            <a:off x="6181496" y="1747988"/>
            <a:ext cx="2453149" cy="573369"/>
          </a:xfrm>
          <a:prstGeom prst="rect">
            <a:avLst/>
          </a:prstGeom>
        </p:spPr>
        <p:txBody>
          <a:bodyPr lIns="0" tIns="0" rIns="0" bIns="0" rtlCol="0" anchor="t">
            <a:spAutoFit/>
          </a:bodyPr>
          <a:lstStyle/>
          <a:p>
            <a:pPr algn="l">
              <a:lnSpc>
                <a:spcPts val="3608"/>
              </a:lnSpc>
            </a:pPr>
            <a:r>
              <a:rPr lang="en-US" sz="3608" b="1" spc="89">
                <a:solidFill>
                  <a:srgbClr val="3F3F3F"/>
                </a:solidFill>
                <a:latin typeface="Heading Now 31-38 Bold"/>
                <a:ea typeface="Heading Now 31-38 Bold"/>
                <a:cs typeface="Heading Now 31-38 Bold"/>
                <a:sym typeface="Heading Now 31-38 Bold"/>
              </a:rPr>
              <a:t>12 HRS HACKATHON</a:t>
            </a:r>
          </a:p>
        </p:txBody>
      </p:sp>
      <p:sp>
        <p:nvSpPr>
          <p:cNvPr id="12" name="TextBox 12"/>
          <p:cNvSpPr txBox="1"/>
          <p:nvPr/>
        </p:nvSpPr>
        <p:spPr>
          <a:xfrm>
            <a:off x="736677" y="2531879"/>
            <a:ext cx="2119254" cy="431089"/>
          </a:xfrm>
          <a:prstGeom prst="rect">
            <a:avLst/>
          </a:prstGeom>
        </p:spPr>
        <p:txBody>
          <a:bodyPr lIns="0" tIns="0" rIns="0" bIns="0" rtlCol="0" anchor="t">
            <a:spAutoFit/>
          </a:bodyPr>
          <a:lstStyle/>
          <a:p>
            <a:pPr algn="l">
              <a:lnSpc>
                <a:spcPts val="2721"/>
              </a:lnSpc>
            </a:pPr>
            <a:r>
              <a:rPr lang="en-US" sz="2721" b="1" spc="67">
                <a:solidFill>
                  <a:srgbClr val="161F3E"/>
                </a:solidFill>
                <a:latin typeface="Heading Now 31-38 Bold"/>
                <a:ea typeface="Heading Now 31-38 Bold"/>
                <a:cs typeface="Heading Now 31-38 Bold"/>
                <a:sym typeface="Heading Now 31-38 Bold"/>
              </a:rPr>
              <a:t>POWERED BY </a:t>
            </a:r>
            <a:r>
              <a:rPr lang="en-US" sz="2721" b="1" spc="67">
                <a:solidFill>
                  <a:srgbClr val="4E4A76"/>
                </a:solidFill>
                <a:latin typeface="Heading Now 31-38 Bold"/>
                <a:ea typeface="Heading Now 31-38 Bold"/>
                <a:cs typeface="Heading Now 31-38 Bold"/>
                <a:sym typeface="Heading Now 31-38 Bold"/>
              </a:rPr>
              <a:t>A.I.R.S</a:t>
            </a:r>
          </a:p>
        </p:txBody>
      </p:sp>
      <p:sp>
        <p:nvSpPr>
          <p:cNvPr id="13" name="Freeform 13"/>
          <p:cNvSpPr/>
          <p:nvPr/>
        </p:nvSpPr>
        <p:spPr>
          <a:xfrm>
            <a:off x="0" y="-303755"/>
            <a:ext cx="1750048" cy="10607152"/>
          </a:xfrm>
          <a:custGeom>
            <a:avLst/>
            <a:gdLst/>
            <a:ahLst/>
            <a:cxnLst/>
            <a:rect l="l" t="t" r="r" b="b"/>
            <a:pathLst>
              <a:path w="1750048" h="10607152">
                <a:moveTo>
                  <a:pt x="0" y="0"/>
                </a:moveTo>
                <a:lnTo>
                  <a:pt x="1750048" y="0"/>
                </a:lnTo>
                <a:lnTo>
                  <a:pt x="1750048" y="10607153"/>
                </a:lnTo>
                <a:lnTo>
                  <a:pt x="0" y="10607153"/>
                </a:lnTo>
                <a:lnTo>
                  <a:pt x="0" y="0"/>
                </a:lnTo>
                <a:close/>
              </a:path>
            </a:pathLst>
          </a:custGeom>
          <a:blipFill>
            <a:blip r:embed="rId5"/>
            <a:stretch>
              <a:fillRect l="-3785" r="-3785"/>
            </a:stretch>
          </a:blipFill>
        </p:spPr>
        <p:txBody>
          <a:bodyPr/>
          <a:lstStyle/>
          <a:p>
            <a:endParaRPr lang="en-IN" dirty="0"/>
          </a:p>
        </p:txBody>
      </p:sp>
      <p:sp>
        <p:nvSpPr>
          <p:cNvPr id="14" name="Freeform 14"/>
          <p:cNvSpPr/>
          <p:nvPr/>
        </p:nvSpPr>
        <p:spPr>
          <a:xfrm>
            <a:off x="14361330" y="6635716"/>
            <a:ext cx="1750048" cy="1727254"/>
          </a:xfrm>
          <a:custGeom>
            <a:avLst/>
            <a:gdLst/>
            <a:ahLst/>
            <a:cxnLst/>
            <a:rect l="l" t="t" r="r" b="b"/>
            <a:pathLst>
              <a:path w="1750048" h="1727254">
                <a:moveTo>
                  <a:pt x="0" y="0"/>
                </a:moveTo>
                <a:lnTo>
                  <a:pt x="1750048" y="0"/>
                </a:lnTo>
                <a:lnTo>
                  <a:pt x="1750048" y="1727254"/>
                </a:lnTo>
                <a:lnTo>
                  <a:pt x="0" y="1727254"/>
                </a:lnTo>
                <a:lnTo>
                  <a:pt x="0" y="0"/>
                </a:lnTo>
                <a:close/>
              </a:path>
            </a:pathLst>
          </a:custGeom>
          <a:blipFill>
            <a:blip r:embed="rId6"/>
            <a:stretch>
              <a:fillRect/>
            </a:stretch>
          </a:blipFill>
        </p:spPr>
      </p:sp>
      <p:sp>
        <p:nvSpPr>
          <p:cNvPr id="15" name="Freeform 15"/>
          <p:cNvSpPr/>
          <p:nvPr/>
        </p:nvSpPr>
        <p:spPr>
          <a:xfrm>
            <a:off x="12739803" y="7046873"/>
            <a:ext cx="5548197" cy="3256525"/>
          </a:xfrm>
          <a:custGeom>
            <a:avLst/>
            <a:gdLst/>
            <a:ahLst/>
            <a:cxnLst/>
            <a:rect l="l" t="t" r="r" b="b"/>
            <a:pathLst>
              <a:path w="5548197" h="3256525">
                <a:moveTo>
                  <a:pt x="0" y="0"/>
                </a:moveTo>
                <a:lnTo>
                  <a:pt x="5548197" y="0"/>
                </a:lnTo>
                <a:lnTo>
                  <a:pt x="5548197" y="3256525"/>
                </a:lnTo>
                <a:lnTo>
                  <a:pt x="0" y="3256525"/>
                </a:lnTo>
                <a:lnTo>
                  <a:pt x="0" y="0"/>
                </a:lnTo>
                <a:close/>
              </a:path>
            </a:pathLst>
          </a:custGeom>
          <a:blipFill>
            <a:blip r:embed="rId7"/>
            <a:stretch>
              <a:fillRect t="-9154" b="-3059"/>
            </a:stretch>
          </a:blipFill>
        </p:spPr>
      </p:sp>
      <p:sp>
        <p:nvSpPr>
          <p:cNvPr id="16" name="Freeform 16"/>
          <p:cNvSpPr/>
          <p:nvPr/>
        </p:nvSpPr>
        <p:spPr>
          <a:xfrm>
            <a:off x="16975464" y="5455062"/>
            <a:ext cx="1312536" cy="4088563"/>
          </a:xfrm>
          <a:custGeom>
            <a:avLst/>
            <a:gdLst/>
            <a:ahLst/>
            <a:cxnLst/>
            <a:rect l="l" t="t" r="r" b="b"/>
            <a:pathLst>
              <a:path w="1312536" h="4088563">
                <a:moveTo>
                  <a:pt x="0" y="0"/>
                </a:moveTo>
                <a:lnTo>
                  <a:pt x="1312536" y="0"/>
                </a:lnTo>
                <a:lnTo>
                  <a:pt x="1312536" y="4088563"/>
                </a:lnTo>
                <a:lnTo>
                  <a:pt x="0" y="4088563"/>
                </a:lnTo>
                <a:lnTo>
                  <a:pt x="0" y="0"/>
                </a:lnTo>
                <a:close/>
              </a:path>
            </a:pathLst>
          </a:custGeom>
          <a:blipFill>
            <a:blip r:embed="rId8"/>
            <a:stretch>
              <a:fillRect/>
            </a:stretch>
          </a:blipFill>
        </p:spPr>
      </p:sp>
      <p:sp>
        <p:nvSpPr>
          <p:cNvPr id="17" name="Freeform 17"/>
          <p:cNvSpPr/>
          <p:nvPr/>
        </p:nvSpPr>
        <p:spPr>
          <a:xfrm>
            <a:off x="16706941" y="7046873"/>
            <a:ext cx="1104718" cy="2372241"/>
          </a:xfrm>
          <a:custGeom>
            <a:avLst/>
            <a:gdLst/>
            <a:ahLst/>
            <a:cxnLst/>
            <a:rect l="l" t="t" r="r" b="b"/>
            <a:pathLst>
              <a:path w="1104718" h="2372241">
                <a:moveTo>
                  <a:pt x="0" y="0"/>
                </a:moveTo>
                <a:lnTo>
                  <a:pt x="1104718" y="0"/>
                </a:lnTo>
                <a:lnTo>
                  <a:pt x="1104718" y="2372241"/>
                </a:lnTo>
                <a:lnTo>
                  <a:pt x="0" y="2372241"/>
                </a:lnTo>
                <a:lnTo>
                  <a:pt x="0" y="0"/>
                </a:lnTo>
                <a:close/>
              </a:path>
            </a:pathLst>
          </a:custGeom>
          <a:blipFill>
            <a:blip r:embed="rId9"/>
            <a:stretch>
              <a:fillRect/>
            </a:stretch>
          </a:blipFill>
        </p:spPr>
      </p:sp>
      <p:sp>
        <p:nvSpPr>
          <p:cNvPr id="18" name="Freeform 18"/>
          <p:cNvSpPr/>
          <p:nvPr/>
        </p:nvSpPr>
        <p:spPr>
          <a:xfrm>
            <a:off x="14727951" y="2550929"/>
            <a:ext cx="3560049" cy="1756785"/>
          </a:xfrm>
          <a:custGeom>
            <a:avLst/>
            <a:gdLst/>
            <a:ahLst/>
            <a:cxnLst/>
            <a:rect l="l" t="t" r="r" b="b"/>
            <a:pathLst>
              <a:path w="3560049" h="1756785">
                <a:moveTo>
                  <a:pt x="0" y="0"/>
                </a:moveTo>
                <a:lnTo>
                  <a:pt x="3560049" y="0"/>
                </a:lnTo>
                <a:lnTo>
                  <a:pt x="3560049" y="1756784"/>
                </a:lnTo>
                <a:lnTo>
                  <a:pt x="0" y="1756784"/>
                </a:lnTo>
                <a:lnTo>
                  <a:pt x="0" y="0"/>
                </a:lnTo>
                <a:close/>
              </a:path>
            </a:pathLst>
          </a:custGeom>
          <a:blipFill>
            <a:blip r:embed="rId10">
              <a:alphaModFix amt="57000"/>
            </a:blip>
            <a:stretch>
              <a:fillRect/>
            </a:stretch>
          </a:blipFill>
        </p:spPr>
      </p:sp>
      <p:sp>
        <p:nvSpPr>
          <p:cNvPr id="19" name="TextBox 18">
            <a:extLst>
              <a:ext uri="{FF2B5EF4-FFF2-40B4-BE49-F238E27FC236}">
                <a16:creationId xmlns:a16="http://schemas.microsoft.com/office/drawing/2014/main" id="{87753217-030A-B929-495B-F29C96B3A5D1}"/>
              </a:ext>
            </a:extLst>
          </p:cNvPr>
          <p:cNvSpPr txBox="1"/>
          <p:nvPr/>
        </p:nvSpPr>
        <p:spPr>
          <a:xfrm>
            <a:off x="2997395" y="6402781"/>
            <a:ext cx="5232205" cy="769441"/>
          </a:xfrm>
          <a:prstGeom prst="rect">
            <a:avLst/>
          </a:prstGeom>
          <a:noFill/>
        </p:spPr>
        <p:txBody>
          <a:bodyPr wrap="square" rtlCol="0">
            <a:spAutoFit/>
          </a:bodyPr>
          <a:lstStyle/>
          <a:p>
            <a:r>
              <a:rPr lang="en-IN" sz="4400" dirty="0">
                <a:latin typeface="Bernard MT Condensed" panose="02050806060905020404" pitchFamily="18" charset="0"/>
              </a:rPr>
              <a:t>Alpha Syntax Squad</a:t>
            </a:r>
          </a:p>
        </p:txBody>
      </p:sp>
      <p:sp>
        <p:nvSpPr>
          <p:cNvPr id="21" name="TextBox 20">
            <a:extLst>
              <a:ext uri="{FF2B5EF4-FFF2-40B4-BE49-F238E27FC236}">
                <a16:creationId xmlns:a16="http://schemas.microsoft.com/office/drawing/2014/main" id="{2F20B727-8110-E877-BDA1-DB95C2F33E07}"/>
              </a:ext>
            </a:extLst>
          </p:cNvPr>
          <p:cNvSpPr txBox="1"/>
          <p:nvPr/>
        </p:nvSpPr>
        <p:spPr>
          <a:xfrm>
            <a:off x="2314375" y="7370400"/>
            <a:ext cx="3064588" cy="769441"/>
          </a:xfrm>
          <a:prstGeom prst="rect">
            <a:avLst/>
          </a:prstGeom>
          <a:noFill/>
        </p:spPr>
        <p:txBody>
          <a:bodyPr wrap="square" rtlCol="0">
            <a:spAutoFit/>
          </a:bodyPr>
          <a:lstStyle/>
          <a:p>
            <a:r>
              <a:rPr lang="en-IN" sz="4400" dirty="0">
                <a:latin typeface="Bernard MT Condensed" panose="02050806060905020404" pitchFamily="18" charset="0"/>
              </a:rPr>
              <a:t>OnSpot2</a:t>
            </a:r>
          </a:p>
        </p:txBody>
      </p:sp>
      <p:sp>
        <p:nvSpPr>
          <p:cNvPr id="23" name="TextBox 22">
            <a:extLst>
              <a:ext uri="{FF2B5EF4-FFF2-40B4-BE49-F238E27FC236}">
                <a16:creationId xmlns:a16="http://schemas.microsoft.com/office/drawing/2014/main" id="{A913AACE-3A2E-2A32-A840-A6396786DAF3}"/>
              </a:ext>
            </a:extLst>
          </p:cNvPr>
          <p:cNvSpPr txBox="1"/>
          <p:nvPr/>
        </p:nvSpPr>
        <p:spPr>
          <a:xfrm>
            <a:off x="5562600" y="4510889"/>
            <a:ext cx="12029229" cy="1323439"/>
          </a:xfrm>
          <a:prstGeom prst="rect">
            <a:avLst/>
          </a:prstGeom>
          <a:noFill/>
        </p:spPr>
        <p:txBody>
          <a:bodyPr wrap="square" rtlCol="0">
            <a:spAutoFit/>
          </a:bodyPr>
          <a:lstStyle/>
          <a:p>
            <a:r>
              <a:rPr lang="en-IN" sz="4000" dirty="0" err="1">
                <a:latin typeface="Bernard MT Condensed" panose="02050806060905020404" pitchFamily="18" charset="0"/>
              </a:rPr>
              <a:t>PromptShield</a:t>
            </a:r>
            <a:r>
              <a:rPr lang="en-IN" sz="4000" dirty="0">
                <a:latin typeface="Bernard MT Condensed" panose="02050806060905020404" pitchFamily="18" charset="0"/>
              </a:rPr>
              <a:t>: Prompt Injection &amp; Data-Exfiltration </a:t>
            </a:r>
          </a:p>
          <a:p>
            <a:r>
              <a:rPr lang="en-IN" sz="4000" dirty="0">
                <a:latin typeface="Bernard MT Condensed" panose="02050806060905020404" pitchFamily="18" charset="0"/>
              </a:rPr>
              <a:t>                                             Defence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r>
              <a:rPr lang="en-IN" dirty="0"/>
              <a:t>                                                                                                                                               </a:t>
            </a:r>
          </a:p>
          <a:p>
            <a:endParaRPr lang="en-IN" dirty="0"/>
          </a:p>
          <a:p>
            <a:endParaRPr lang="en-IN" dirty="0"/>
          </a:p>
          <a:p>
            <a:endParaRPr lang="en-IN" dirty="0"/>
          </a:p>
          <a:p>
            <a:r>
              <a:rPr lang="en-IN" dirty="0"/>
              <a:t>           </a:t>
            </a:r>
          </a:p>
        </p:txBody>
      </p:sp>
      <p:grpSp>
        <p:nvGrpSpPr>
          <p:cNvPr id="3" name="Group 3"/>
          <p:cNvGrpSpPr/>
          <p:nvPr/>
        </p:nvGrpSpPr>
        <p:grpSpPr>
          <a:xfrm>
            <a:off x="51664" y="5495340"/>
            <a:ext cx="18288000" cy="5024456"/>
            <a:chOff x="0" y="7273416"/>
            <a:chExt cx="24384000" cy="6699274"/>
          </a:xfrm>
        </p:grpSpPr>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4"/>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5"/>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6"/>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7"/>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8"/>
              <a:stretch>
                <a:fillRect/>
              </a:stretch>
            </a:blipFill>
          </p:spPr>
        </p:sp>
      </p:grpSp>
      <p:sp>
        <p:nvSpPr>
          <p:cNvPr id="10" name="TextBox 10"/>
          <p:cNvSpPr txBox="1"/>
          <p:nvPr/>
        </p:nvSpPr>
        <p:spPr>
          <a:xfrm>
            <a:off x="-1418328" y="209550"/>
            <a:ext cx="8831116" cy="1200150"/>
          </a:xfrm>
          <a:prstGeom prst="rect">
            <a:avLst/>
          </a:prstGeom>
        </p:spPr>
        <p:txBody>
          <a:bodyPr lIns="0" tIns="0" rIns="0" bIns="0" rtlCol="0" anchor="t">
            <a:spAutoFit/>
          </a:bodyPr>
          <a:lstStyle/>
          <a:p>
            <a:pPr algn="ctr">
              <a:lnSpc>
                <a:spcPts val="7500"/>
              </a:lnSpc>
            </a:pPr>
            <a:r>
              <a:rPr lang="en-US" sz="7500" b="1" spc="150" dirty="0">
                <a:solidFill>
                  <a:srgbClr val="172243"/>
                </a:solidFill>
                <a:latin typeface="Heading Now 31-38 Bold"/>
                <a:ea typeface="Heading Now 31-38 Bold"/>
                <a:cs typeface="Heading Now 31-38 Bold"/>
                <a:sym typeface="Heading Now 31-38 Bold"/>
              </a:rPr>
              <a:t>PROBLEM STATEMENT</a:t>
            </a:r>
          </a:p>
        </p:txBody>
      </p:sp>
      <p:sp>
        <p:nvSpPr>
          <p:cNvPr id="11" name="Freeform 11"/>
          <p:cNvSpPr/>
          <p:nvPr/>
        </p:nvSpPr>
        <p:spPr>
          <a:xfrm>
            <a:off x="306258" y="950233"/>
            <a:ext cx="5020450"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9"/>
            <a:stretch>
              <a:fillRect l="-11250" r="-11250"/>
            </a:stretch>
          </a:blipFill>
        </p:spPr>
      </p:sp>
      <p:sp>
        <p:nvSpPr>
          <p:cNvPr id="12" name="Freeform 12"/>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0"/>
            <a:stretch>
              <a:fillRect/>
            </a:stretch>
          </a:blipFill>
        </p:spPr>
      </p:sp>
      <p:sp>
        <p:nvSpPr>
          <p:cNvPr id="13" name="Freeform 13"/>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1">
              <a:alphaModFix amt="68000"/>
            </a:blip>
            <a:stretch>
              <a:fillRect/>
            </a:stretch>
          </a:blipFill>
        </p:spPr>
      </p:sp>
      <p:sp>
        <p:nvSpPr>
          <p:cNvPr id="14" name="Rectangle: Diagonal Corners Rounded 13">
            <a:extLst>
              <a:ext uri="{FF2B5EF4-FFF2-40B4-BE49-F238E27FC236}">
                <a16:creationId xmlns:a16="http://schemas.microsoft.com/office/drawing/2014/main" id="{9C1AF8A7-3F16-07EC-573A-EB14E2FEDBAF}"/>
              </a:ext>
            </a:extLst>
          </p:cNvPr>
          <p:cNvSpPr/>
          <p:nvPr/>
        </p:nvSpPr>
        <p:spPr>
          <a:xfrm>
            <a:off x="1101948" y="2582435"/>
            <a:ext cx="15493137" cy="5791200"/>
          </a:xfrm>
          <a:prstGeom prst="round2DiagRect">
            <a:avLst/>
          </a:prstGeom>
          <a:solidFill>
            <a:schemeClr val="accent1">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r>
              <a:rPr lang="en-IN" sz="3600" b="1" dirty="0"/>
              <a:t>Language-model applications are vulnerable to direct and indirect prompt injection attacks, where malicious instructions hidden in user inputs, documents, or tool outputs attempt to override system rules, expose sensitive information, or leak data. Traditional keyword-based filters often fail to detect disguised attacks and may block legitimate content. A reliable middleware solution is needed to detect threats contextually, enforce editable security policies, sanitize unsafe content, and evaluate detection accuracy while minimizing false positives.</a:t>
            </a:r>
            <a:endParaRPr lang="en-IN" sz="3600" b="1" dirty="0">
              <a:highlight>
                <a:srgbClr val="C0C0C0"/>
              </a:highlight>
            </a:endParaRPr>
          </a:p>
          <a:p>
            <a:pPr algn="ct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3"/>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4"/>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5"/>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6"/>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7"/>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8"/>
              <a:stretch>
                <a:fillRect/>
              </a:stretch>
            </a:blipFill>
          </p:spPr>
        </p:sp>
      </p:grpSp>
      <p:sp>
        <p:nvSpPr>
          <p:cNvPr id="10" name="TextBox 10"/>
          <p:cNvSpPr txBox="1"/>
          <p:nvPr/>
        </p:nvSpPr>
        <p:spPr>
          <a:xfrm>
            <a:off x="0" y="209550"/>
            <a:ext cx="8831116" cy="1200150"/>
          </a:xfrm>
          <a:prstGeom prst="rect">
            <a:avLst/>
          </a:prstGeom>
        </p:spPr>
        <p:txBody>
          <a:bodyPr lIns="0" tIns="0" rIns="0" bIns="0" rtlCol="0" anchor="t">
            <a:spAutoFit/>
          </a:bodyPr>
          <a:lstStyle/>
          <a:p>
            <a:pPr algn="ctr">
              <a:lnSpc>
                <a:spcPts val="7500"/>
              </a:lnSpc>
            </a:pPr>
            <a:r>
              <a:rPr lang="en-US" sz="7500" b="1" spc="150" dirty="0">
                <a:solidFill>
                  <a:srgbClr val="172243"/>
                </a:solidFill>
                <a:latin typeface="Heading Now 31-38 Bold"/>
                <a:ea typeface="Heading Now 31-38 Bold"/>
                <a:cs typeface="Heading Now 31-38 Bold"/>
                <a:sym typeface="Heading Now 31-38 Bold"/>
              </a:rPr>
              <a:t>IDEA TITLE / PROPOSED SOLUTION</a:t>
            </a:r>
          </a:p>
        </p:txBody>
      </p:sp>
      <p:sp>
        <p:nvSpPr>
          <p:cNvPr id="11" name="Freeform 11"/>
          <p:cNvSpPr/>
          <p:nvPr/>
        </p:nvSpPr>
        <p:spPr>
          <a:xfrm>
            <a:off x="255295" y="1028700"/>
            <a:ext cx="5020450"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9"/>
            <a:stretch>
              <a:fillRect l="-11250" r="-11250"/>
            </a:stretch>
          </a:blipFill>
        </p:spPr>
      </p:sp>
      <p:sp>
        <p:nvSpPr>
          <p:cNvPr id="12" name="Freeform 12"/>
          <p:cNvSpPr/>
          <p:nvPr/>
        </p:nvSpPr>
        <p:spPr>
          <a:xfrm>
            <a:off x="16382568" y="-285909"/>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0"/>
            <a:stretch>
              <a:fillRect/>
            </a:stretch>
          </a:blipFill>
        </p:spPr>
        <p:txBody>
          <a:bodyPr/>
          <a:lstStyle/>
          <a:p>
            <a:endParaRPr lang="en-IN" dirty="0"/>
          </a:p>
        </p:txBody>
      </p:sp>
      <p:sp>
        <p:nvSpPr>
          <p:cNvPr id="13" name="Freeform 13"/>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1">
              <a:alphaModFix amt="68000"/>
            </a:blip>
            <a:stretch>
              <a:fillRect/>
            </a:stretch>
          </a:blipFill>
        </p:spPr>
      </p:sp>
      <p:sp>
        <p:nvSpPr>
          <p:cNvPr id="14" name="TextBox 13">
            <a:extLst>
              <a:ext uri="{FF2B5EF4-FFF2-40B4-BE49-F238E27FC236}">
                <a16:creationId xmlns:a16="http://schemas.microsoft.com/office/drawing/2014/main" id="{3ECE7AFC-1900-8515-E4BF-7ED32292E475}"/>
              </a:ext>
            </a:extLst>
          </p:cNvPr>
          <p:cNvSpPr txBox="1"/>
          <p:nvPr/>
        </p:nvSpPr>
        <p:spPr>
          <a:xfrm>
            <a:off x="255295" y="1564366"/>
            <a:ext cx="5688305" cy="8279190"/>
          </a:xfrm>
          <a:prstGeom prst="rect">
            <a:avLst/>
          </a:prstGeom>
          <a:noFill/>
        </p:spPr>
        <p:txBody>
          <a:bodyPr wrap="square" rtlCol="0">
            <a:spAutoFit/>
          </a:bodyPr>
          <a:lstStyle/>
          <a:p>
            <a:r>
              <a:rPr lang="en-IN" sz="2800" b="1" dirty="0" err="1"/>
              <a:t>PromptShield</a:t>
            </a:r>
            <a:r>
              <a:rPr lang="en-IN" sz="2800" b="1" dirty="0"/>
              <a:t>: Intelligent Prompt Injection &amp; Data-Exfiltration </a:t>
            </a:r>
            <a:r>
              <a:rPr lang="en-IN" sz="2800" b="1" dirty="0" err="1"/>
              <a:t>Defense</a:t>
            </a:r>
            <a:endParaRPr lang="en-IN" sz="2800" dirty="0"/>
          </a:p>
          <a:p>
            <a:r>
              <a:rPr lang="en-IN" sz="2800" b="1" dirty="0"/>
              <a:t>Proposed Solution</a:t>
            </a:r>
          </a:p>
          <a:p>
            <a:r>
              <a:rPr lang="en-IN" sz="2800" dirty="0"/>
              <a:t>Develop a security middleware layer that detects and prevents direct and indirect prompt injection attacks before they reach a language model. </a:t>
            </a:r>
            <a:r>
              <a:rPr lang="en-IN" sz="2800" dirty="0" err="1"/>
              <a:t>PromptShield</a:t>
            </a:r>
            <a:r>
              <a:rPr lang="en-IN" sz="2800" dirty="0"/>
              <a:t> </a:t>
            </a:r>
            <a:r>
              <a:rPr lang="en-IN" sz="2800" dirty="0" err="1"/>
              <a:t>analyzes</a:t>
            </a:r>
            <a:r>
              <a:rPr lang="en-IN" sz="2800" dirty="0"/>
              <a:t> user inputs, documents, and tool outputs based on their trust levels, identifies attempts to override instructions or leak sensitive data, and applies configurable policies to allow, block, sanitize, or escalate suspicious content. It also provides audit logs and performance metrics to evaluate detection accuracy and minimize false positives.</a:t>
            </a:r>
          </a:p>
          <a:p>
            <a:endParaRPr lang="en-IN" sz="2800" dirty="0"/>
          </a:p>
        </p:txBody>
      </p:sp>
      <p:pic>
        <p:nvPicPr>
          <p:cNvPr id="15" name="Picture 14">
            <a:extLst>
              <a:ext uri="{FF2B5EF4-FFF2-40B4-BE49-F238E27FC236}">
                <a16:creationId xmlns:a16="http://schemas.microsoft.com/office/drawing/2014/main" id="{4AE71692-9136-30C6-A00F-2580D01BD72A}"/>
              </a:ext>
            </a:extLst>
          </p:cNvPr>
          <p:cNvPicPr>
            <a:picLocks noChangeAspect="1"/>
          </p:cNvPicPr>
          <p:nvPr/>
        </p:nvPicPr>
        <p:blipFill>
          <a:blip r:embed="rId12"/>
          <a:stretch>
            <a:fillRect/>
          </a:stretch>
        </p:blipFill>
        <p:spPr>
          <a:xfrm>
            <a:off x="5943600" y="1564365"/>
            <a:ext cx="12189016" cy="827919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90" y="-5715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51664" y="-96259"/>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3"/>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4"/>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5"/>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6"/>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7"/>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8"/>
              <a:stretch>
                <a:fillRect/>
              </a:stretch>
            </a:blipFill>
          </p:spPr>
        </p:sp>
      </p:grpSp>
      <p:sp>
        <p:nvSpPr>
          <p:cNvPr id="10" name="TextBox 10"/>
          <p:cNvSpPr txBox="1"/>
          <p:nvPr/>
        </p:nvSpPr>
        <p:spPr>
          <a:xfrm>
            <a:off x="0" y="133350"/>
            <a:ext cx="5986011" cy="1200150"/>
          </a:xfrm>
          <a:prstGeom prst="rect">
            <a:avLst/>
          </a:prstGeom>
        </p:spPr>
        <p:txBody>
          <a:bodyPr lIns="0" tIns="0" rIns="0" bIns="0" rtlCol="0" anchor="t">
            <a:spAutoFit/>
          </a:bodyPr>
          <a:lstStyle/>
          <a:p>
            <a:pPr algn="ctr">
              <a:lnSpc>
                <a:spcPts val="7500"/>
              </a:lnSpc>
            </a:pPr>
            <a:r>
              <a:rPr lang="en-US" sz="7500" b="1" spc="150" dirty="0">
                <a:solidFill>
                  <a:srgbClr val="172243"/>
                </a:solidFill>
                <a:latin typeface="Heading Now 31-38 Bold"/>
                <a:ea typeface="Heading Now 31-38 Bold"/>
                <a:cs typeface="Heading Now 31-38 Bold"/>
                <a:sym typeface="Heading Now 31-38 Bold"/>
              </a:rPr>
              <a:t>TECHNICAL APPROACH</a:t>
            </a:r>
          </a:p>
        </p:txBody>
      </p:sp>
      <p:sp>
        <p:nvSpPr>
          <p:cNvPr id="11" name="Freeform 11"/>
          <p:cNvSpPr/>
          <p:nvPr/>
        </p:nvSpPr>
        <p:spPr>
          <a:xfrm>
            <a:off x="255679" y="723900"/>
            <a:ext cx="5020450"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9"/>
            <a:stretch>
              <a:fillRect l="-11250" r="-11250"/>
            </a:stretch>
          </a:blipFill>
        </p:spPr>
      </p:sp>
      <p:sp>
        <p:nvSpPr>
          <p:cNvPr id="12" name="Freeform 12"/>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0">
              <a:alphaModFix amt="68000"/>
            </a:blip>
            <a:stretch>
              <a:fillRect/>
            </a:stretch>
          </a:blipFill>
        </p:spPr>
      </p:sp>
      <p:sp>
        <p:nvSpPr>
          <p:cNvPr id="13" name="Freeform 13"/>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1"/>
            <a:stretch>
              <a:fillRect/>
            </a:stretch>
          </a:blipFill>
        </p:spPr>
      </p:sp>
      <p:pic>
        <p:nvPicPr>
          <p:cNvPr id="17" name="Picture 16">
            <a:extLst>
              <a:ext uri="{FF2B5EF4-FFF2-40B4-BE49-F238E27FC236}">
                <a16:creationId xmlns:a16="http://schemas.microsoft.com/office/drawing/2014/main" id="{4B0C49E9-B3D8-8A3D-6D30-ACCFB4129B7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13570" y="1143000"/>
            <a:ext cx="15331106" cy="86605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6398"/>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0" y="0"/>
            <a:ext cx="1750048" cy="9860652"/>
          </a:xfrm>
          <a:custGeom>
            <a:avLst/>
            <a:gdLst/>
            <a:ahLst/>
            <a:cxnLst/>
            <a:rect l="l" t="t" r="r" b="b"/>
            <a:pathLst>
              <a:path w="1750048" h="9860652">
                <a:moveTo>
                  <a:pt x="0" y="0"/>
                </a:moveTo>
                <a:lnTo>
                  <a:pt x="1750048" y="0"/>
                </a:lnTo>
                <a:lnTo>
                  <a:pt x="1750048" y="9860652"/>
                </a:lnTo>
                <a:lnTo>
                  <a:pt x="0" y="9860652"/>
                </a:lnTo>
                <a:lnTo>
                  <a:pt x="0" y="0"/>
                </a:lnTo>
                <a:close/>
              </a:path>
            </a:pathLst>
          </a:custGeom>
          <a:blipFill>
            <a:blip r:embed="rId3"/>
            <a:stretch>
              <a:fillRect/>
            </a:stretch>
          </a:blipFill>
        </p:spPr>
      </p:sp>
      <p:sp>
        <p:nvSpPr>
          <p:cNvPr id="4" name="Freeform 4"/>
          <p:cNvSpPr/>
          <p:nvPr/>
        </p:nvSpPr>
        <p:spPr>
          <a:xfrm>
            <a:off x="0" y="7046873"/>
            <a:ext cx="1312536" cy="3432644"/>
          </a:xfrm>
          <a:custGeom>
            <a:avLst/>
            <a:gdLst/>
            <a:ahLst/>
            <a:cxnLst/>
            <a:rect l="l" t="t" r="r" b="b"/>
            <a:pathLst>
              <a:path w="1312536" h="3432644">
                <a:moveTo>
                  <a:pt x="0" y="0"/>
                </a:moveTo>
                <a:lnTo>
                  <a:pt x="1312536" y="0"/>
                </a:lnTo>
                <a:lnTo>
                  <a:pt x="1312536" y="3432644"/>
                </a:lnTo>
                <a:lnTo>
                  <a:pt x="0" y="3432644"/>
                </a:lnTo>
                <a:lnTo>
                  <a:pt x="0" y="0"/>
                </a:lnTo>
                <a:close/>
              </a:path>
            </a:pathLst>
          </a:custGeom>
          <a:blipFill>
            <a:blip r:embed="rId4"/>
            <a:stretch>
              <a:fillRect/>
            </a:stretch>
          </a:blipFill>
        </p:spPr>
      </p:sp>
      <p:grpSp>
        <p:nvGrpSpPr>
          <p:cNvPr id="5" name="Group 5"/>
          <p:cNvGrpSpPr/>
          <p:nvPr/>
        </p:nvGrpSpPr>
        <p:grpSpPr>
          <a:xfrm>
            <a:off x="13059732" y="5455062"/>
            <a:ext cx="5228268" cy="4848336"/>
            <a:chOff x="0" y="0"/>
            <a:chExt cx="6971024" cy="6464448"/>
          </a:xfrm>
        </p:grpSpPr>
        <p:sp>
          <p:nvSpPr>
            <p:cNvPr id="6" name="Freeform 6"/>
            <p:cNvSpPr/>
            <p:nvPr/>
          </p:nvSpPr>
          <p:spPr>
            <a:xfrm>
              <a:off x="1735464" y="1574206"/>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5"/>
              <a:stretch>
                <a:fillRect/>
              </a:stretch>
            </a:blipFill>
          </p:spPr>
        </p:sp>
        <p:sp>
          <p:nvSpPr>
            <p:cNvPr id="7" name="Freeform 7"/>
            <p:cNvSpPr/>
            <p:nvPr/>
          </p:nvSpPr>
          <p:spPr>
            <a:xfrm>
              <a:off x="0" y="2122415"/>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6"/>
              <a:stretch>
                <a:fillRect t="-5743"/>
              </a:stretch>
            </a:blipFill>
          </p:spPr>
        </p:sp>
        <p:sp>
          <p:nvSpPr>
            <p:cNvPr id="8" name="Freeform 8"/>
            <p:cNvSpPr/>
            <p:nvPr/>
          </p:nvSpPr>
          <p:spPr>
            <a:xfrm>
              <a:off x="5220976" y="0"/>
              <a:ext cx="1750048" cy="5451418"/>
            </a:xfrm>
            <a:custGeom>
              <a:avLst/>
              <a:gdLst/>
              <a:ahLst/>
              <a:cxnLst/>
              <a:rect l="l" t="t" r="r" b="b"/>
              <a:pathLst>
                <a:path w="1750048" h="5451418">
                  <a:moveTo>
                    <a:pt x="0" y="0"/>
                  </a:moveTo>
                  <a:lnTo>
                    <a:pt x="1750048" y="0"/>
                  </a:lnTo>
                  <a:lnTo>
                    <a:pt x="1750048" y="5451418"/>
                  </a:lnTo>
                  <a:lnTo>
                    <a:pt x="0" y="5451418"/>
                  </a:lnTo>
                  <a:lnTo>
                    <a:pt x="0" y="0"/>
                  </a:lnTo>
                  <a:close/>
                </a:path>
              </a:pathLst>
            </a:custGeom>
            <a:blipFill>
              <a:blip r:embed="rId7"/>
              <a:stretch>
                <a:fillRect/>
              </a:stretch>
            </a:blipFill>
          </p:spPr>
        </p:sp>
        <p:sp>
          <p:nvSpPr>
            <p:cNvPr id="9" name="Freeform 9"/>
            <p:cNvSpPr/>
            <p:nvPr/>
          </p:nvSpPr>
          <p:spPr>
            <a:xfrm>
              <a:off x="4862945" y="2122415"/>
              <a:ext cx="1472957" cy="3162988"/>
            </a:xfrm>
            <a:custGeom>
              <a:avLst/>
              <a:gdLst/>
              <a:ahLst/>
              <a:cxnLst/>
              <a:rect l="l" t="t" r="r" b="b"/>
              <a:pathLst>
                <a:path w="1472957" h="3162988">
                  <a:moveTo>
                    <a:pt x="0" y="0"/>
                  </a:moveTo>
                  <a:lnTo>
                    <a:pt x="1472957" y="0"/>
                  </a:lnTo>
                  <a:lnTo>
                    <a:pt x="1472957" y="3162989"/>
                  </a:lnTo>
                  <a:lnTo>
                    <a:pt x="0" y="3162989"/>
                  </a:lnTo>
                  <a:lnTo>
                    <a:pt x="0" y="0"/>
                  </a:lnTo>
                  <a:close/>
                </a:path>
              </a:pathLst>
            </a:custGeom>
            <a:blipFill>
              <a:blip r:embed="rId8"/>
              <a:stretch>
                <a:fillRect/>
              </a:stretch>
            </a:blipFill>
          </p:spPr>
        </p:sp>
      </p:grpSp>
      <p:sp>
        <p:nvSpPr>
          <p:cNvPr id="10" name="TextBox 10"/>
          <p:cNvSpPr txBox="1"/>
          <p:nvPr/>
        </p:nvSpPr>
        <p:spPr>
          <a:xfrm>
            <a:off x="0" y="57150"/>
            <a:ext cx="7321566" cy="1200150"/>
          </a:xfrm>
          <a:prstGeom prst="rect">
            <a:avLst/>
          </a:prstGeom>
        </p:spPr>
        <p:txBody>
          <a:bodyPr lIns="0" tIns="0" rIns="0" bIns="0" rtlCol="0" anchor="t">
            <a:spAutoFit/>
          </a:bodyPr>
          <a:lstStyle/>
          <a:p>
            <a:pPr algn="ctr">
              <a:lnSpc>
                <a:spcPts val="7500"/>
              </a:lnSpc>
            </a:pPr>
            <a:r>
              <a:rPr lang="en-US" sz="7500" b="1" spc="150" dirty="0">
                <a:solidFill>
                  <a:srgbClr val="172243"/>
                </a:solidFill>
                <a:latin typeface="Heading Now 31-38 Bold"/>
                <a:ea typeface="Heading Now 31-38 Bold"/>
                <a:cs typeface="Heading Now 31-38 Bold"/>
                <a:sym typeface="Heading Now 31-38 Bold"/>
              </a:rPr>
              <a:t>FEASIBILITY AND VIABILITY</a:t>
            </a:r>
          </a:p>
        </p:txBody>
      </p:sp>
      <p:sp>
        <p:nvSpPr>
          <p:cNvPr id="11" name="Freeform 11"/>
          <p:cNvSpPr/>
          <p:nvPr/>
        </p:nvSpPr>
        <p:spPr>
          <a:xfrm>
            <a:off x="340671" y="797833"/>
            <a:ext cx="5020450"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9"/>
            <a:stretch>
              <a:fillRect l="-11250" r="-11250"/>
            </a:stretch>
          </a:blipFill>
        </p:spPr>
      </p:sp>
      <p:sp>
        <p:nvSpPr>
          <p:cNvPr id="12" name="Freeform 12"/>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0">
              <a:alphaModFix amt="68000"/>
            </a:blip>
            <a:stretch>
              <a:fillRect/>
            </a:stretch>
          </a:blipFill>
        </p:spPr>
      </p:sp>
      <p:sp>
        <p:nvSpPr>
          <p:cNvPr id="13" name="Freeform 13"/>
          <p:cNvSpPr/>
          <p:nvPr/>
        </p:nvSpPr>
        <p:spPr>
          <a:xfrm>
            <a:off x="15939000" y="-236698"/>
            <a:ext cx="1872659" cy="1720039"/>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1"/>
            <a:stretch>
              <a:fillRect/>
            </a:stretch>
          </a:blipFill>
        </p:spPr>
      </p:sp>
      <p:sp>
        <p:nvSpPr>
          <p:cNvPr id="14" name="Rectangle 13">
            <a:extLst>
              <a:ext uri="{FF2B5EF4-FFF2-40B4-BE49-F238E27FC236}">
                <a16:creationId xmlns:a16="http://schemas.microsoft.com/office/drawing/2014/main" id="{26CB9D06-3548-B42C-F7D1-AFD6370DEFB0}"/>
              </a:ext>
            </a:extLst>
          </p:cNvPr>
          <p:cNvSpPr/>
          <p:nvPr/>
        </p:nvSpPr>
        <p:spPr>
          <a:xfrm>
            <a:off x="233334" y="1272469"/>
            <a:ext cx="8498529" cy="883920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marL="514350" indent="-514350">
              <a:buAutoNum type="arabicPeriod"/>
            </a:pPr>
            <a:r>
              <a:rPr lang="en-US" sz="3200" b="1" u="sng" dirty="0">
                <a:solidFill>
                  <a:schemeClr val="tx1"/>
                </a:solidFill>
              </a:rPr>
              <a:t>Technical Feasibility- </a:t>
            </a:r>
            <a:r>
              <a:rPr lang="en-US" sz="3200" dirty="0"/>
              <a:t>Uses existing technologies such as Python, LLM APIs, and rule-based detection.- Can be developed using open-source frameworks and standard web technologies.- Can integrate with existing AI applications as a security layer. </a:t>
            </a:r>
          </a:p>
          <a:p>
            <a:r>
              <a:rPr lang="en-US" sz="3200" b="1" dirty="0"/>
              <a:t>2. </a:t>
            </a:r>
            <a:r>
              <a:rPr lang="en-US" sz="3200" b="1" u="sng" dirty="0"/>
              <a:t>Economic Feasibility-</a:t>
            </a:r>
            <a:r>
              <a:rPr lang="en-US" sz="3200" u="sng" dirty="0"/>
              <a:t> </a:t>
            </a:r>
            <a:r>
              <a:rPr lang="en-US" sz="3200" dirty="0"/>
              <a:t>Open-source tools </a:t>
            </a:r>
          </a:p>
          <a:p>
            <a:r>
              <a:rPr lang="en-US" sz="3200" dirty="0"/>
              <a:t>     reduce development costs.- A prototype </a:t>
            </a:r>
          </a:p>
          <a:p>
            <a:r>
              <a:rPr lang="en-US" sz="3200" dirty="0"/>
              <a:t>     can  be developed with limited resources.- API </a:t>
            </a:r>
          </a:p>
          <a:p>
            <a:r>
              <a:rPr lang="en-US" sz="3200" dirty="0"/>
              <a:t>     usage and hosting costs can be managed   </a:t>
            </a:r>
          </a:p>
          <a:p>
            <a:r>
              <a:rPr lang="en-US" sz="3200" dirty="0"/>
              <a:t>     according to project requirements.</a:t>
            </a:r>
          </a:p>
          <a:p>
            <a:r>
              <a:rPr lang="en-US" sz="3200" b="1" dirty="0"/>
              <a:t>3. </a:t>
            </a:r>
            <a:r>
              <a:rPr lang="en-US" sz="3200" b="1" u="sng" dirty="0"/>
              <a:t>Operational Feasibility- </a:t>
            </a:r>
            <a:r>
              <a:rPr lang="en-US" sz="3200" dirty="0"/>
              <a:t>Provides automated </a:t>
            </a:r>
          </a:p>
          <a:p>
            <a:r>
              <a:rPr lang="en-US" sz="3200" dirty="0"/>
              <a:t>     detection of suspicious prompts. Offers  </a:t>
            </a:r>
          </a:p>
          <a:p>
            <a:r>
              <a:rPr lang="en-US" sz="3200" dirty="0"/>
              <a:t>     alerts and security logs for monitoring </a:t>
            </a:r>
          </a:p>
          <a:p>
            <a:r>
              <a:rPr lang="en-US" sz="3200" dirty="0"/>
              <a:t>     threats.- Can be integrated into AI-based</a:t>
            </a:r>
          </a:p>
          <a:p>
            <a:r>
              <a:rPr lang="en-US" sz="3200" dirty="0"/>
              <a:t>     chatbots and document-processing systems. </a:t>
            </a:r>
            <a:endParaRPr lang="en-IN" sz="3200" dirty="0"/>
          </a:p>
        </p:txBody>
      </p:sp>
      <p:sp>
        <p:nvSpPr>
          <p:cNvPr id="16" name="Rectangle 15">
            <a:extLst>
              <a:ext uri="{FF2B5EF4-FFF2-40B4-BE49-F238E27FC236}">
                <a16:creationId xmlns:a16="http://schemas.microsoft.com/office/drawing/2014/main" id="{10B151C3-52D0-73B8-970A-AFAD24D679FD}"/>
              </a:ext>
            </a:extLst>
          </p:cNvPr>
          <p:cNvSpPr/>
          <p:nvPr/>
        </p:nvSpPr>
        <p:spPr>
          <a:xfrm>
            <a:off x="8991599" y="1257300"/>
            <a:ext cx="8955729" cy="8839200"/>
          </a:xfrm>
          <a:prstGeom prst="rect">
            <a:avLst/>
          </a:prstGeom>
          <a:solidFill>
            <a:schemeClr val="accent5">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marL="514350" indent="-514350">
              <a:buFont typeface="+mj-lt"/>
              <a:buAutoNum type="arabicPeriod"/>
            </a:pPr>
            <a:r>
              <a:rPr lang="en-US" sz="2800" b="1" u="sng" dirty="0"/>
              <a:t>Technical Feasibility:</a:t>
            </a:r>
            <a:r>
              <a:rPr lang="en-US" sz="2800" u="sng" dirty="0"/>
              <a:t> </a:t>
            </a:r>
            <a:r>
              <a:rPr lang="en-US" sz="2800" dirty="0"/>
              <a:t>Can be developed using Python, Flask, and LLM APIs with existing security techniques.</a:t>
            </a:r>
          </a:p>
          <a:p>
            <a:pPr marL="514350" indent="-514350">
              <a:buFont typeface="+mj-lt"/>
              <a:buAutoNum type="arabicPeriod"/>
            </a:pPr>
            <a:r>
              <a:rPr lang="en-US" sz="2800" b="1" u="sng" dirty="0"/>
              <a:t>Cost-Effective:</a:t>
            </a:r>
            <a:r>
              <a:rPr lang="en-US" sz="2800" u="sng" dirty="0"/>
              <a:t> </a:t>
            </a:r>
            <a:r>
              <a:rPr lang="en-US" sz="2800" dirty="0"/>
              <a:t>Open-source tools and libraries can reduce development costs</a:t>
            </a:r>
            <a:r>
              <a:rPr lang="en-US" sz="2800" b="1" dirty="0"/>
              <a:t>.</a:t>
            </a:r>
          </a:p>
          <a:p>
            <a:pPr marL="514350" indent="-514350">
              <a:buFont typeface="+mj-lt"/>
              <a:buAutoNum type="arabicPeriod"/>
            </a:pPr>
            <a:r>
              <a:rPr lang="en-US" sz="2800" b="1" u="sng" dirty="0"/>
              <a:t>Scalability:</a:t>
            </a:r>
            <a:r>
              <a:rPr lang="en-US" sz="2800" u="sng" dirty="0"/>
              <a:t> </a:t>
            </a:r>
            <a:r>
              <a:rPr lang="en-US" sz="2800" dirty="0"/>
              <a:t>Can be extended to support multiple AI models and applications.</a:t>
            </a:r>
          </a:p>
          <a:p>
            <a:pPr marL="514350" indent="-514350">
              <a:buFont typeface="+mj-lt"/>
              <a:buAutoNum type="arabicPeriod"/>
            </a:pPr>
            <a:r>
              <a:rPr lang="en-US" sz="2800" b="1" u="sng" dirty="0"/>
              <a:t>Real-Time Detection: </a:t>
            </a:r>
            <a:r>
              <a:rPr lang="en-US" sz="2800" dirty="0"/>
              <a:t>Can analyze prompts and flag suspicious instructions before processing</a:t>
            </a:r>
            <a:r>
              <a:rPr lang="en-US" sz="2800" b="1" dirty="0"/>
              <a:t>.</a:t>
            </a:r>
          </a:p>
          <a:p>
            <a:pPr marL="514350" indent="-514350">
              <a:buFont typeface="+mj-lt"/>
              <a:buAutoNum type="arabicPeriod"/>
            </a:pPr>
            <a:r>
              <a:rPr lang="en-US" sz="2800" b="1" u="sng" dirty="0"/>
              <a:t>Data Privacy: </a:t>
            </a:r>
            <a:r>
              <a:rPr lang="en-US" sz="2800" dirty="0"/>
              <a:t>Helps prevent unauthorized disclosure of confidential information.</a:t>
            </a:r>
          </a:p>
          <a:p>
            <a:pPr marL="514350" indent="-514350">
              <a:buFont typeface="+mj-lt"/>
              <a:buAutoNum type="arabicPeriod"/>
            </a:pPr>
            <a:r>
              <a:rPr lang="en-US" sz="2800" b="1" u="sng" dirty="0"/>
              <a:t>Reduced Security Risks: </a:t>
            </a:r>
            <a:r>
              <a:rPr lang="en-US" sz="2800" dirty="0"/>
              <a:t>Adds an extra layer of protection against prompt injection and data leakage.</a:t>
            </a:r>
          </a:p>
          <a:p>
            <a:pPr marL="514350" indent="-514350">
              <a:buFont typeface="+mj-lt"/>
              <a:buAutoNum type="arabicPeriod"/>
            </a:pPr>
            <a:r>
              <a:rPr lang="en-US" sz="2800" b="1" u="sng" dirty="0"/>
              <a:t>Modular Architecture: </a:t>
            </a:r>
            <a:r>
              <a:rPr lang="en-US" sz="2800" dirty="0"/>
              <a:t>Detection, sanitization, access control, and monitoring can be developed independently.</a:t>
            </a:r>
          </a:p>
          <a:p>
            <a:pPr marL="514350" indent="-514350">
              <a:buFont typeface="+mj-lt"/>
              <a:buAutoNum type="arabicPeriod"/>
            </a:pPr>
            <a:r>
              <a:rPr lang="en-US" sz="2800" b="1" u="sng" dirty="0"/>
              <a:t>User-Friendly Interface: </a:t>
            </a:r>
            <a:r>
              <a:rPr lang="en-US" sz="2800" dirty="0"/>
              <a:t>A simple dashboard can display threat levels, alerts, and security logs.</a:t>
            </a:r>
            <a:endParaRPr lang="en-IN" sz="2800" dirty="0"/>
          </a:p>
        </p:txBody>
      </p:sp>
      <p:sp>
        <p:nvSpPr>
          <p:cNvPr id="18" name="Arrow: Pentagon 17">
            <a:extLst>
              <a:ext uri="{FF2B5EF4-FFF2-40B4-BE49-F238E27FC236}">
                <a16:creationId xmlns:a16="http://schemas.microsoft.com/office/drawing/2014/main" id="{8572180A-1E39-F230-9299-EC94FF494D00}"/>
              </a:ext>
            </a:extLst>
          </p:cNvPr>
          <p:cNvSpPr/>
          <p:nvPr/>
        </p:nvSpPr>
        <p:spPr>
          <a:xfrm>
            <a:off x="252486" y="1273698"/>
            <a:ext cx="2707329" cy="484632"/>
          </a:xfrm>
          <a:prstGeom prst="homePlate">
            <a:avLst/>
          </a:prstGeom>
        </p:spPr>
        <p:style>
          <a:lnRef idx="2">
            <a:schemeClr val="accent6"/>
          </a:lnRef>
          <a:fillRef idx="1">
            <a:schemeClr val="lt1"/>
          </a:fillRef>
          <a:effectRef idx="0">
            <a:schemeClr val="accent6"/>
          </a:effectRef>
          <a:fontRef idx="minor">
            <a:schemeClr val="dk1"/>
          </a:fontRef>
        </p:style>
        <p:txBody>
          <a:bodyPr rtlCol="0" anchor="ctr"/>
          <a:lstStyle/>
          <a:p>
            <a:r>
              <a:rPr lang="en-IN" sz="2400" dirty="0">
                <a:latin typeface="Arial Black" panose="020B0A04020102020204" pitchFamily="34" charset="0"/>
              </a:rPr>
              <a:t>FEASIBILITY:</a:t>
            </a:r>
          </a:p>
        </p:txBody>
      </p:sp>
      <p:sp>
        <p:nvSpPr>
          <p:cNvPr id="19" name="Arrow: Pentagon 18">
            <a:extLst>
              <a:ext uri="{FF2B5EF4-FFF2-40B4-BE49-F238E27FC236}">
                <a16:creationId xmlns:a16="http://schemas.microsoft.com/office/drawing/2014/main" id="{3237B59D-0421-20FC-FA50-AC9578BA9760}"/>
              </a:ext>
            </a:extLst>
          </p:cNvPr>
          <p:cNvSpPr/>
          <p:nvPr/>
        </p:nvSpPr>
        <p:spPr>
          <a:xfrm>
            <a:off x="9013722" y="1257300"/>
            <a:ext cx="2416278" cy="484632"/>
          </a:xfrm>
          <a:prstGeom prst="homePlate">
            <a:avLst/>
          </a:prstGeom>
        </p:spPr>
        <p:style>
          <a:lnRef idx="2">
            <a:schemeClr val="accent6"/>
          </a:lnRef>
          <a:fillRef idx="1">
            <a:schemeClr val="lt1"/>
          </a:fillRef>
          <a:effectRef idx="0">
            <a:schemeClr val="accent6"/>
          </a:effectRef>
          <a:fontRef idx="minor">
            <a:schemeClr val="dk1"/>
          </a:fontRef>
        </p:style>
        <p:txBody>
          <a:bodyPr rtlCol="0" anchor="ctr"/>
          <a:lstStyle/>
          <a:p>
            <a:r>
              <a:rPr lang="en-IN" sz="2400" dirty="0">
                <a:latin typeface="Arial Black" panose="020B0A04020102020204" pitchFamily="34" charset="0"/>
              </a:rPr>
              <a:t>VIABILITY: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p:spPr>
        <p:style>
          <a:lnRef idx="2">
            <a:schemeClr val="accent6"/>
          </a:lnRef>
          <a:fillRef idx="1">
            <a:schemeClr val="lt1"/>
          </a:fillRef>
          <a:effectRef idx="0">
            <a:schemeClr val="accent6"/>
          </a:effectRef>
          <a:fontRef idx="minor">
            <a:schemeClr val="dk1"/>
          </a:fontRef>
        </p:style>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2"/>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3"/>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4"/>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5"/>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6"/>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7"/>
              <a:stretch>
                <a:fillRect/>
              </a:stretch>
            </a:blipFill>
          </p:spPr>
        </p:sp>
      </p:grpSp>
      <p:sp>
        <p:nvSpPr>
          <p:cNvPr id="10" name="TextBox 10"/>
          <p:cNvSpPr txBox="1"/>
          <p:nvPr/>
        </p:nvSpPr>
        <p:spPr>
          <a:xfrm>
            <a:off x="-529376" y="209550"/>
            <a:ext cx="7321566" cy="1200150"/>
          </a:xfrm>
          <a:prstGeom prst="rect">
            <a:avLst/>
          </a:prstGeom>
        </p:spPr>
        <p:txBody>
          <a:bodyPr lIns="0" tIns="0" rIns="0" bIns="0" rtlCol="0" anchor="t">
            <a:spAutoFit/>
          </a:bodyPr>
          <a:lstStyle/>
          <a:p>
            <a:pPr algn="ctr">
              <a:lnSpc>
                <a:spcPts val="7500"/>
              </a:lnSpc>
            </a:pPr>
            <a:r>
              <a:rPr lang="en-US" sz="7500" b="1" spc="150" dirty="0">
                <a:solidFill>
                  <a:srgbClr val="172243"/>
                </a:solidFill>
                <a:latin typeface="Heading Now 31-38 Bold"/>
                <a:ea typeface="Heading Now 31-38 Bold"/>
                <a:cs typeface="Heading Now 31-38 Bold"/>
                <a:sym typeface="Heading Now 31-38 Bold"/>
              </a:rPr>
              <a:t>IMPACT AND BENEFITS</a:t>
            </a:r>
          </a:p>
        </p:txBody>
      </p:sp>
      <p:sp>
        <p:nvSpPr>
          <p:cNvPr id="11" name="Freeform 11"/>
          <p:cNvSpPr/>
          <p:nvPr/>
        </p:nvSpPr>
        <p:spPr>
          <a:xfrm>
            <a:off x="355509" y="1028700"/>
            <a:ext cx="5020450" cy="535667"/>
          </a:xfrm>
          <a:custGeom>
            <a:avLst/>
            <a:gdLst/>
            <a:ahLst/>
            <a:cxnLst/>
            <a:rect l="l" t="t" r="r" b="b"/>
            <a:pathLst>
              <a:path w="5020450" h="535667">
                <a:moveTo>
                  <a:pt x="0" y="0"/>
                </a:moveTo>
                <a:lnTo>
                  <a:pt x="5020449" y="0"/>
                </a:lnTo>
                <a:lnTo>
                  <a:pt x="5020449" y="535667"/>
                </a:lnTo>
                <a:lnTo>
                  <a:pt x="0" y="535667"/>
                </a:lnTo>
                <a:lnTo>
                  <a:pt x="0" y="0"/>
                </a:lnTo>
                <a:close/>
              </a:path>
            </a:pathLst>
          </a:custGeom>
          <a:blipFill>
            <a:blip r:embed="rId8"/>
            <a:stretch>
              <a:fillRect l="-11250" r="-11250"/>
            </a:stretch>
          </a:blipFill>
        </p:spPr>
      </p:sp>
      <p:sp>
        <p:nvSpPr>
          <p:cNvPr id="12" name="Freeform 12"/>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9">
              <a:alphaModFix amt="68000"/>
            </a:blip>
            <a:stretch>
              <a:fillRect/>
            </a:stretch>
          </a:blipFill>
        </p:spPr>
      </p:sp>
      <p:sp>
        <p:nvSpPr>
          <p:cNvPr id="13" name="Freeform 13"/>
          <p:cNvSpPr/>
          <p:nvPr/>
        </p:nvSpPr>
        <p:spPr>
          <a:xfrm>
            <a:off x="16178937" y="-124512"/>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0"/>
            <a:stretch>
              <a:fillRect/>
            </a:stretch>
          </a:blipFill>
        </p:spPr>
        <p:txBody>
          <a:bodyPr/>
          <a:lstStyle/>
          <a:p>
            <a:endParaRPr lang="en-IN" dirty="0"/>
          </a:p>
        </p:txBody>
      </p:sp>
      <p:sp>
        <p:nvSpPr>
          <p:cNvPr id="14" name="Rectangle: Rounded Corners 13">
            <a:extLst>
              <a:ext uri="{FF2B5EF4-FFF2-40B4-BE49-F238E27FC236}">
                <a16:creationId xmlns:a16="http://schemas.microsoft.com/office/drawing/2014/main" id="{0CAF65CE-2714-DA6E-A6A7-4B7517E4AB2E}"/>
              </a:ext>
            </a:extLst>
          </p:cNvPr>
          <p:cNvSpPr/>
          <p:nvPr/>
        </p:nvSpPr>
        <p:spPr>
          <a:xfrm>
            <a:off x="167312" y="1950998"/>
            <a:ext cx="8610600" cy="8229600"/>
          </a:xfrm>
          <a:prstGeom prst="roundRect">
            <a:avLst/>
          </a:prstGeom>
          <a:solidFill>
            <a:schemeClr val="accent4">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5" name="TextBox 14">
            <a:extLst>
              <a:ext uri="{FF2B5EF4-FFF2-40B4-BE49-F238E27FC236}">
                <a16:creationId xmlns:a16="http://schemas.microsoft.com/office/drawing/2014/main" id="{F68AE4CB-238E-4C6F-B4A4-87162C9A6807}"/>
              </a:ext>
            </a:extLst>
          </p:cNvPr>
          <p:cNvSpPr txBox="1"/>
          <p:nvPr/>
        </p:nvSpPr>
        <p:spPr>
          <a:xfrm>
            <a:off x="228600" y="1361424"/>
            <a:ext cx="3759291" cy="646331"/>
          </a:xfrm>
          <a:prstGeom prst="rect">
            <a:avLst/>
          </a:prstGeom>
          <a:noFill/>
        </p:spPr>
        <p:txBody>
          <a:bodyPr wrap="square" rtlCol="0">
            <a:spAutoFit/>
          </a:bodyPr>
          <a:lstStyle/>
          <a:p>
            <a:r>
              <a:rPr lang="en-IN" sz="3600" dirty="0">
                <a:solidFill>
                  <a:schemeClr val="accent4">
                    <a:lumMod val="75000"/>
                  </a:schemeClr>
                </a:solidFill>
                <a:latin typeface="Arial Black" panose="020B0A04020102020204" pitchFamily="34" charset="0"/>
              </a:rPr>
              <a:t>IMPACT :</a:t>
            </a:r>
          </a:p>
        </p:txBody>
      </p:sp>
      <p:sp>
        <p:nvSpPr>
          <p:cNvPr id="16" name="Rectangle: Rounded Corners 15">
            <a:extLst>
              <a:ext uri="{FF2B5EF4-FFF2-40B4-BE49-F238E27FC236}">
                <a16:creationId xmlns:a16="http://schemas.microsoft.com/office/drawing/2014/main" id="{722AFC47-76C5-3A9C-080C-ED4BE81C4BB1}"/>
              </a:ext>
            </a:extLst>
          </p:cNvPr>
          <p:cNvSpPr/>
          <p:nvPr/>
        </p:nvSpPr>
        <p:spPr>
          <a:xfrm>
            <a:off x="9165985" y="1924029"/>
            <a:ext cx="8893415" cy="8248672"/>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71500" indent="-571500">
              <a:buFontTx/>
              <a:buChar char="-"/>
            </a:pPr>
            <a:r>
              <a:rPr lang="en-US" sz="3600" b="1" dirty="0">
                <a:solidFill>
                  <a:schemeClr val="tx1"/>
                </a:solidFill>
              </a:rPr>
              <a:t>Threat Detection: </a:t>
            </a:r>
            <a:r>
              <a:rPr lang="en-US" sz="3600" dirty="0">
                <a:solidFill>
                  <a:schemeClr val="tx1"/>
                </a:solidFill>
              </a:rPr>
              <a:t>Identifies suspicious prompts and instructions.</a:t>
            </a:r>
          </a:p>
          <a:p>
            <a:pPr marL="571500" indent="-571500">
              <a:buFontTx/>
              <a:buChar char="-"/>
            </a:pPr>
            <a:r>
              <a:rPr lang="en-US" sz="3600" b="1" dirty="0">
                <a:solidFill>
                  <a:schemeClr val="tx1"/>
                </a:solidFill>
              </a:rPr>
              <a:t>Data Protection: </a:t>
            </a:r>
            <a:r>
              <a:rPr lang="en-US" sz="3600" dirty="0">
                <a:solidFill>
                  <a:schemeClr val="tx1"/>
                </a:solidFill>
              </a:rPr>
              <a:t>Helps prevent unauthorized information disclosure.</a:t>
            </a:r>
          </a:p>
          <a:p>
            <a:pPr marL="571500" indent="-571500">
              <a:buFontTx/>
              <a:buChar char="-"/>
            </a:pPr>
            <a:r>
              <a:rPr lang="en-US" sz="3600" b="1" dirty="0">
                <a:solidFill>
                  <a:schemeClr val="tx1"/>
                </a:solidFill>
              </a:rPr>
              <a:t>Access Control: </a:t>
            </a:r>
            <a:r>
              <a:rPr lang="en-US" sz="3600" dirty="0">
                <a:solidFill>
                  <a:schemeClr val="tx1"/>
                </a:solidFill>
              </a:rPr>
              <a:t>Restricts unauthorized tool usage and actions. </a:t>
            </a:r>
          </a:p>
          <a:p>
            <a:pPr marL="571500" indent="-571500">
              <a:buFontTx/>
              <a:buChar char="-"/>
            </a:pPr>
            <a:r>
              <a:rPr lang="en-US" sz="3600" b="1" dirty="0">
                <a:solidFill>
                  <a:schemeClr val="tx1"/>
                </a:solidFill>
              </a:rPr>
              <a:t>Real-Time Monitoring: </a:t>
            </a:r>
            <a:r>
              <a:rPr lang="en-US" sz="3600" dirty="0">
                <a:solidFill>
                  <a:schemeClr val="tx1"/>
                </a:solidFill>
              </a:rPr>
              <a:t>Flags suspicious activities and maintains security logs.</a:t>
            </a:r>
          </a:p>
          <a:p>
            <a:pPr marL="571500" indent="-571500">
              <a:buFontTx/>
              <a:buChar char="-"/>
            </a:pPr>
            <a:r>
              <a:rPr lang="en-US" sz="3600" dirty="0">
                <a:solidFill>
                  <a:schemeClr val="tx1"/>
                </a:solidFill>
              </a:rPr>
              <a:t> </a:t>
            </a:r>
            <a:r>
              <a:rPr lang="en-US" sz="3600" b="1" dirty="0">
                <a:solidFill>
                  <a:schemeClr val="tx1"/>
                </a:solidFill>
              </a:rPr>
              <a:t>Scalability: </a:t>
            </a:r>
            <a:r>
              <a:rPr lang="en-US" sz="3600" dirty="0">
                <a:solidFill>
                  <a:schemeClr val="tx1"/>
                </a:solidFill>
              </a:rPr>
              <a:t>Can be integrated into chatbots and other LLM-based applications.</a:t>
            </a:r>
          </a:p>
          <a:p>
            <a:pPr marL="571500" indent="-571500">
              <a:buFontTx/>
              <a:buChar char="-"/>
            </a:pPr>
            <a:r>
              <a:rPr lang="en-US" sz="3600" dirty="0">
                <a:solidFill>
                  <a:schemeClr val="tx1"/>
                </a:solidFill>
              </a:rPr>
              <a:t> </a:t>
            </a:r>
            <a:r>
              <a:rPr lang="en-US" sz="3600" b="1" dirty="0">
                <a:solidFill>
                  <a:schemeClr val="tx1"/>
                </a:solidFill>
              </a:rPr>
              <a:t>Cost-Effectiveness: </a:t>
            </a:r>
            <a:r>
              <a:rPr lang="en-US" sz="3600" dirty="0">
                <a:solidFill>
                  <a:schemeClr val="tx1"/>
                </a:solidFill>
              </a:rPr>
              <a:t>Supports development using open-source tools and existing technologies.</a:t>
            </a:r>
            <a:endParaRPr lang="en-IN" sz="3600" dirty="0">
              <a:solidFill>
                <a:schemeClr val="tx1"/>
              </a:solidFill>
            </a:endParaRPr>
          </a:p>
        </p:txBody>
      </p:sp>
      <p:sp>
        <p:nvSpPr>
          <p:cNvPr id="17" name="TextBox 16">
            <a:extLst>
              <a:ext uri="{FF2B5EF4-FFF2-40B4-BE49-F238E27FC236}">
                <a16:creationId xmlns:a16="http://schemas.microsoft.com/office/drawing/2014/main" id="{C9822A3A-851B-D700-6BC0-224820126D03}"/>
              </a:ext>
            </a:extLst>
          </p:cNvPr>
          <p:cNvSpPr txBox="1"/>
          <p:nvPr/>
        </p:nvSpPr>
        <p:spPr>
          <a:xfrm>
            <a:off x="9366329" y="1304667"/>
            <a:ext cx="3306132" cy="646331"/>
          </a:xfrm>
          <a:prstGeom prst="rect">
            <a:avLst/>
          </a:prstGeom>
          <a:noFill/>
        </p:spPr>
        <p:txBody>
          <a:bodyPr wrap="square" rtlCol="0">
            <a:spAutoFit/>
          </a:bodyPr>
          <a:lstStyle/>
          <a:p>
            <a:r>
              <a:rPr lang="en-IN" sz="3600" b="1" dirty="0">
                <a:solidFill>
                  <a:schemeClr val="accent4">
                    <a:lumMod val="75000"/>
                  </a:schemeClr>
                </a:solidFill>
                <a:latin typeface="Arial Black" panose="020B0A04020102020204" pitchFamily="34" charset="0"/>
              </a:rPr>
              <a:t>BENEFITS :</a:t>
            </a:r>
          </a:p>
        </p:txBody>
      </p:sp>
      <p:sp>
        <p:nvSpPr>
          <p:cNvPr id="18" name="TextBox 17">
            <a:extLst>
              <a:ext uri="{FF2B5EF4-FFF2-40B4-BE49-F238E27FC236}">
                <a16:creationId xmlns:a16="http://schemas.microsoft.com/office/drawing/2014/main" id="{63131F30-BC67-0B54-94CC-4E439F1406B3}"/>
              </a:ext>
            </a:extLst>
          </p:cNvPr>
          <p:cNvSpPr txBox="1"/>
          <p:nvPr/>
        </p:nvSpPr>
        <p:spPr>
          <a:xfrm>
            <a:off x="656268" y="2628900"/>
            <a:ext cx="7645631" cy="6247864"/>
          </a:xfrm>
          <a:prstGeom prst="rect">
            <a:avLst/>
          </a:prstGeom>
          <a:noFill/>
        </p:spPr>
        <p:txBody>
          <a:bodyPr wrap="square" rtlCol="0">
            <a:spAutoFit/>
          </a:bodyPr>
          <a:lstStyle/>
          <a:p>
            <a:pPr marL="571500" indent="-571500">
              <a:buFontTx/>
              <a:buChar char="-"/>
            </a:pPr>
            <a:r>
              <a:rPr lang="en-US" sz="4000" dirty="0"/>
              <a:t>Reduces the risk of prompt injection attacks.</a:t>
            </a:r>
          </a:p>
          <a:p>
            <a:pPr marL="571500" indent="-571500">
              <a:buFontTx/>
              <a:buChar char="-"/>
            </a:pPr>
            <a:r>
              <a:rPr lang="en-US" sz="4000" dirty="0"/>
              <a:t> Strengthens security in AI-powered applications.</a:t>
            </a:r>
          </a:p>
          <a:p>
            <a:pPr marL="571500" indent="-571500">
              <a:buFontTx/>
              <a:buChar char="-"/>
            </a:pPr>
            <a:r>
              <a:rPr lang="en-US" sz="4000" dirty="0"/>
              <a:t> Minimizes the chances of sensitive data exposure.</a:t>
            </a:r>
          </a:p>
          <a:p>
            <a:pPr marL="571500" indent="-571500">
              <a:buFontTx/>
              <a:buChar char="-"/>
            </a:pPr>
            <a:r>
              <a:rPr lang="en-US" sz="4000" dirty="0"/>
              <a:t> Promotes safer and more trustworthy AI interactions.</a:t>
            </a:r>
          </a:p>
          <a:p>
            <a:pPr marL="571500" indent="-571500">
              <a:buFontTx/>
              <a:buChar char="-"/>
            </a:pPr>
            <a:r>
              <a:rPr lang="en-US" sz="4000" dirty="0"/>
              <a:t>Improves awareness of emerging AI security threats.</a:t>
            </a:r>
            <a:endParaRPr lang="en-IN"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3"/>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4"/>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5"/>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6"/>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7"/>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8"/>
              <a:stretch>
                <a:fillRect/>
              </a:stretch>
            </a:blipFill>
          </p:spPr>
        </p:sp>
      </p:grpSp>
      <p:sp>
        <p:nvSpPr>
          <p:cNvPr id="10" name="TextBox 10"/>
          <p:cNvSpPr txBox="1"/>
          <p:nvPr/>
        </p:nvSpPr>
        <p:spPr>
          <a:xfrm>
            <a:off x="-1221244" y="285750"/>
            <a:ext cx="7321566" cy="1200150"/>
          </a:xfrm>
          <a:prstGeom prst="rect">
            <a:avLst/>
          </a:prstGeom>
        </p:spPr>
        <p:txBody>
          <a:bodyPr lIns="0" tIns="0" rIns="0" bIns="0" rtlCol="0" anchor="t">
            <a:spAutoFit/>
          </a:bodyPr>
          <a:lstStyle/>
          <a:p>
            <a:pPr algn="ctr">
              <a:lnSpc>
                <a:spcPts val="7500"/>
              </a:lnSpc>
            </a:pPr>
            <a:r>
              <a:rPr lang="en-US" sz="7500" b="1" spc="150" dirty="0">
                <a:solidFill>
                  <a:srgbClr val="172243"/>
                </a:solidFill>
                <a:latin typeface="Heading Now 31-38 Bold"/>
                <a:ea typeface="Heading Now 31-38 Bold"/>
                <a:cs typeface="Heading Now 31-38 Bold"/>
                <a:sym typeface="Heading Now 31-38 Bold"/>
              </a:rPr>
              <a:t>DIFFERENTIATOR</a:t>
            </a:r>
          </a:p>
        </p:txBody>
      </p:sp>
      <p:sp>
        <p:nvSpPr>
          <p:cNvPr id="11" name="Freeform 11"/>
          <p:cNvSpPr/>
          <p:nvPr/>
        </p:nvSpPr>
        <p:spPr>
          <a:xfrm>
            <a:off x="355509" y="1028700"/>
            <a:ext cx="5020450" cy="535667"/>
          </a:xfrm>
          <a:custGeom>
            <a:avLst/>
            <a:gdLst/>
            <a:ahLst/>
            <a:cxnLst/>
            <a:rect l="l" t="t" r="r" b="b"/>
            <a:pathLst>
              <a:path w="5020450" h="535667">
                <a:moveTo>
                  <a:pt x="0" y="0"/>
                </a:moveTo>
                <a:lnTo>
                  <a:pt x="5020449" y="0"/>
                </a:lnTo>
                <a:lnTo>
                  <a:pt x="5020449" y="535667"/>
                </a:lnTo>
                <a:lnTo>
                  <a:pt x="0" y="535667"/>
                </a:lnTo>
                <a:lnTo>
                  <a:pt x="0" y="0"/>
                </a:lnTo>
                <a:close/>
              </a:path>
            </a:pathLst>
          </a:custGeom>
          <a:blipFill>
            <a:blip r:embed="rId9"/>
            <a:stretch>
              <a:fillRect l="-11250" r="-11250"/>
            </a:stretch>
          </a:blipFill>
        </p:spPr>
      </p:sp>
      <p:sp>
        <p:nvSpPr>
          <p:cNvPr id="12" name="Freeform 12"/>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0">
              <a:alphaModFix amt="68000"/>
            </a:blip>
            <a:stretch>
              <a:fillRect/>
            </a:stretch>
          </a:blipFill>
        </p:spPr>
      </p:sp>
      <p:sp>
        <p:nvSpPr>
          <p:cNvPr id="13" name="Freeform 13"/>
          <p:cNvSpPr/>
          <p:nvPr/>
        </p:nvSpPr>
        <p:spPr>
          <a:xfrm>
            <a:off x="16241702" y="-223543"/>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1"/>
            <a:stretch>
              <a:fillRect/>
            </a:stretch>
          </a:blipFill>
        </p:spPr>
      </p:sp>
      <p:pic>
        <p:nvPicPr>
          <p:cNvPr id="15" name="Picture 14">
            <a:extLst>
              <a:ext uri="{FF2B5EF4-FFF2-40B4-BE49-F238E27FC236}">
                <a16:creationId xmlns:a16="http://schemas.microsoft.com/office/drawing/2014/main" id="{67EE8B07-BF02-790C-B40B-1617B5B2CD1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312535" y="1554157"/>
            <a:ext cx="14929167" cy="85166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0" y="4711687"/>
            <a:ext cx="6540804" cy="5148966"/>
          </a:xfrm>
          <a:custGeom>
            <a:avLst/>
            <a:gdLst/>
            <a:ahLst/>
            <a:cxnLst/>
            <a:rect l="l" t="t" r="r" b="b"/>
            <a:pathLst>
              <a:path w="6540804" h="5148966">
                <a:moveTo>
                  <a:pt x="0" y="0"/>
                </a:moveTo>
                <a:lnTo>
                  <a:pt x="6540804" y="0"/>
                </a:lnTo>
                <a:lnTo>
                  <a:pt x="6540804" y="5148965"/>
                </a:lnTo>
                <a:lnTo>
                  <a:pt x="0" y="5148965"/>
                </a:lnTo>
                <a:lnTo>
                  <a:pt x="0" y="0"/>
                </a:lnTo>
                <a:close/>
              </a:path>
            </a:pathLst>
          </a:custGeom>
          <a:blipFill>
            <a:blip r:embed="rId3"/>
            <a:stretch>
              <a:fillRect/>
            </a:stretch>
          </a:blipFill>
        </p:spPr>
      </p:sp>
      <p:sp>
        <p:nvSpPr>
          <p:cNvPr id="4" name="Freeform 4"/>
          <p:cNvSpPr/>
          <p:nvPr/>
        </p:nvSpPr>
        <p:spPr>
          <a:xfrm>
            <a:off x="7175196" y="6854356"/>
            <a:ext cx="4364182" cy="3006296"/>
          </a:xfrm>
          <a:custGeom>
            <a:avLst/>
            <a:gdLst/>
            <a:ahLst/>
            <a:cxnLst/>
            <a:rect l="l" t="t" r="r" b="b"/>
            <a:pathLst>
              <a:path w="4364182" h="3006296">
                <a:moveTo>
                  <a:pt x="0" y="0"/>
                </a:moveTo>
                <a:lnTo>
                  <a:pt x="4364182" y="0"/>
                </a:lnTo>
                <a:lnTo>
                  <a:pt x="4364182" y="3006296"/>
                </a:lnTo>
                <a:lnTo>
                  <a:pt x="0" y="3006296"/>
                </a:lnTo>
                <a:lnTo>
                  <a:pt x="0" y="0"/>
                </a:lnTo>
                <a:close/>
              </a:path>
            </a:pathLst>
          </a:custGeom>
          <a:blipFill>
            <a:blip r:embed="rId4"/>
            <a:stretch>
              <a:fillRect/>
            </a:stretch>
          </a:blipFill>
        </p:spPr>
      </p:sp>
      <p:sp>
        <p:nvSpPr>
          <p:cNvPr id="5" name="Freeform 5"/>
          <p:cNvSpPr/>
          <p:nvPr/>
        </p:nvSpPr>
        <p:spPr>
          <a:xfrm>
            <a:off x="9789330" y="7499343"/>
            <a:ext cx="8498670" cy="2361309"/>
          </a:xfrm>
          <a:custGeom>
            <a:avLst/>
            <a:gdLst/>
            <a:ahLst/>
            <a:cxnLst/>
            <a:rect l="l" t="t" r="r" b="b"/>
            <a:pathLst>
              <a:path w="8498670" h="2361309">
                <a:moveTo>
                  <a:pt x="0" y="0"/>
                </a:moveTo>
                <a:lnTo>
                  <a:pt x="8498670" y="0"/>
                </a:lnTo>
                <a:lnTo>
                  <a:pt x="8498670" y="2361309"/>
                </a:lnTo>
                <a:lnTo>
                  <a:pt x="0" y="2361309"/>
                </a:lnTo>
                <a:lnTo>
                  <a:pt x="0" y="0"/>
                </a:lnTo>
                <a:close/>
              </a:path>
            </a:pathLst>
          </a:custGeom>
          <a:blipFill>
            <a:blip r:embed="rId5"/>
            <a:stretch>
              <a:fillRect/>
            </a:stretch>
          </a:blipFill>
        </p:spPr>
      </p:sp>
      <p:sp>
        <p:nvSpPr>
          <p:cNvPr id="6" name="Freeform 6"/>
          <p:cNvSpPr/>
          <p:nvPr/>
        </p:nvSpPr>
        <p:spPr>
          <a:xfrm>
            <a:off x="0" y="7280704"/>
            <a:ext cx="16986402" cy="2798589"/>
          </a:xfrm>
          <a:custGeom>
            <a:avLst/>
            <a:gdLst/>
            <a:ahLst/>
            <a:cxnLst/>
            <a:rect l="l" t="t" r="r" b="b"/>
            <a:pathLst>
              <a:path w="16986402" h="2798589">
                <a:moveTo>
                  <a:pt x="0" y="0"/>
                </a:moveTo>
                <a:lnTo>
                  <a:pt x="16986402" y="0"/>
                </a:lnTo>
                <a:lnTo>
                  <a:pt x="16986402" y="2798588"/>
                </a:lnTo>
                <a:lnTo>
                  <a:pt x="0" y="2798588"/>
                </a:lnTo>
                <a:lnTo>
                  <a:pt x="0" y="0"/>
                </a:lnTo>
                <a:close/>
              </a:path>
            </a:pathLst>
          </a:custGeom>
          <a:blipFill>
            <a:blip r:embed="rId6"/>
            <a:stretch>
              <a:fillRect/>
            </a:stretch>
          </a:blipFill>
        </p:spPr>
      </p:sp>
      <p:sp>
        <p:nvSpPr>
          <p:cNvPr id="7" name="Freeform 7"/>
          <p:cNvSpPr/>
          <p:nvPr/>
        </p:nvSpPr>
        <p:spPr>
          <a:xfrm>
            <a:off x="1301598" y="6635716"/>
            <a:ext cx="1312536" cy="3443576"/>
          </a:xfrm>
          <a:custGeom>
            <a:avLst/>
            <a:gdLst/>
            <a:ahLst/>
            <a:cxnLst/>
            <a:rect l="l" t="t" r="r" b="b"/>
            <a:pathLst>
              <a:path w="1312536" h="3443576">
                <a:moveTo>
                  <a:pt x="0" y="0"/>
                </a:moveTo>
                <a:lnTo>
                  <a:pt x="1312536" y="0"/>
                </a:lnTo>
                <a:lnTo>
                  <a:pt x="1312536" y="3443576"/>
                </a:lnTo>
                <a:lnTo>
                  <a:pt x="0" y="3443576"/>
                </a:lnTo>
                <a:lnTo>
                  <a:pt x="0" y="0"/>
                </a:lnTo>
                <a:close/>
              </a:path>
            </a:pathLst>
          </a:custGeom>
          <a:blipFill>
            <a:blip r:embed="rId7"/>
            <a:stretch>
              <a:fillRect/>
            </a:stretch>
          </a:blipFill>
        </p:spPr>
      </p:sp>
      <p:sp>
        <p:nvSpPr>
          <p:cNvPr id="8" name="Freeform 8"/>
          <p:cNvSpPr/>
          <p:nvPr/>
        </p:nvSpPr>
        <p:spPr>
          <a:xfrm>
            <a:off x="2176622" y="5990729"/>
            <a:ext cx="1531292" cy="4088563"/>
          </a:xfrm>
          <a:custGeom>
            <a:avLst/>
            <a:gdLst/>
            <a:ahLst/>
            <a:cxnLst/>
            <a:rect l="l" t="t" r="r" b="b"/>
            <a:pathLst>
              <a:path w="1531292" h="4088563">
                <a:moveTo>
                  <a:pt x="0" y="0"/>
                </a:moveTo>
                <a:lnTo>
                  <a:pt x="1531292" y="0"/>
                </a:lnTo>
                <a:lnTo>
                  <a:pt x="1531292" y="4088563"/>
                </a:lnTo>
                <a:lnTo>
                  <a:pt x="0" y="4088563"/>
                </a:lnTo>
                <a:lnTo>
                  <a:pt x="0" y="0"/>
                </a:lnTo>
                <a:close/>
              </a:path>
            </a:pathLst>
          </a:custGeom>
          <a:blipFill>
            <a:blip r:embed="rId8"/>
            <a:stretch>
              <a:fillRect/>
            </a:stretch>
          </a:blipFill>
        </p:spPr>
      </p:sp>
      <p:sp>
        <p:nvSpPr>
          <p:cNvPr id="9" name="Freeform 9"/>
          <p:cNvSpPr/>
          <p:nvPr/>
        </p:nvSpPr>
        <p:spPr>
          <a:xfrm>
            <a:off x="12840976" y="6635716"/>
            <a:ext cx="1312536" cy="3443576"/>
          </a:xfrm>
          <a:custGeom>
            <a:avLst/>
            <a:gdLst/>
            <a:ahLst/>
            <a:cxnLst/>
            <a:rect l="l" t="t" r="r" b="b"/>
            <a:pathLst>
              <a:path w="1312536" h="3443576">
                <a:moveTo>
                  <a:pt x="0" y="0"/>
                </a:moveTo>
                <a:lnTo>
                  <a:pt x="1312536" y="0"/>
                </a:lnTo>
                <a:lnTo>
                  <a:pt x="1312536" y="3443576"/>
                </a:lnTo>
                <a:lnTo>
                  <a:pt x="0" y="3443576"/>
                </a:lnTo>
                <a:lnTo>
                  <a:pt x="0" y="0"/>
                </a:lnTo>
                <a:close/>
              </a:path>
            </a:pathLst>
          </a:custGeom>
          <a:blipFill>
            <a:blip r:embed="rId9"/>
            <a:stretch>
              <a:fillRect/>
            </a:stretch>
          </a:blipFill>
        </p:spPr>
      </p:sp>
      <p:sp>
        <p:nvSpPr>
          <p:cNvPr id="10" name="Freeform 10"/>
          <p:cNvSpPr/>
          <p:nvPr/>
        </p:nvSpPr>
        <p:spPr>
          <a:xfrm>
            <a:off x="13923818" y="7280704"/>
            <a:ext cx="1104718" cy="2579949"/>
          </a:xfrm>
          <a:custGeom>
            <a:avLst/>
            <a:gdLst/>
            <a:ahLst/>
            <a:cxnLst/>
            <a:rect l="l" t="t" r="r" b="b"/>
            <a:pathLst>
              <a:path w="1104718" h="2579949">
                <a:moveTo>
                  <a:pt x="0" y="0"/>
                </a:moveTo>
                <a:lnTo>
                  <a:pt x="1104718" y="0"/>
                </a:lnTo>
                <a:lnTo>
                  <a:pt x="1104718" y="2579948"/>
                </a:lnTo>
                <a:lnTo>
                  <a:pt x="0" y="2579948"/>
                </a:lnTo>
                <a:lnTo>
                  <a:pt x="0" y="0"/>
                </a:lnTo>
                <a:close/>
              </a:path>
            </a:pathLst>
          </a:custGeom>
          <a:blipFill>
            <a:blip r:embed="rId10"/>
            <a:stretch>
              <a:fillRect/>
            </a:stretch>
          </a:blipFill>
        </p:spPr>
      </p:sp>
      <p:sp>
        <p:nvSpPr>
          <p:cNvPr id="11" name="Freeform 11"/>
          <p:cNvSpPr/>
          <p:nvPr/>
        </p:nvSpPr>
        <p:spPr>
          <a:xfrm>
            <a:off x="0" y="9423373"/>
            <a:ext cx="18288000" cy="863627"/>
          </a:xfrm>
          <a:custGeom>
            <a:avLst/>
            <a:gdLst/>
            <a:ahLst/>
            <a:cxnLst/>
            <a:rect l="l" t="t" r="r" b="b"/>
            <a:pathLst>
              <a:path w="18288000" h="863627">
                <a:moveTo>
                  <a:pt x="0" y="0"/>
                </a:moveTo>
                <a:lnTo>
                  <a:pt x="18288000" y="0"/>
                </a:lnTo>
                <a:lnTo>
                  <a:pt x="18288000" y="863627"/>
                </a:lnTo>
                <a:lnTo>
                  <a:pt x="0" y="863627"/>
                </a:lnTo>
                <a:lnTo>
                  <a:pt x="0" y="0"/>
                </a:lnTo>
                <a:close/>
              </a:path>
            </a:pathLst>
          </a:custGeom>
          <a:blipFill>
            <a:blip r:embed="rId11"/>
            <a:stretch>
              <a:fillRect/>
            </a:stretch>
          </a:blipFill>
        </p:spPr>
      </p:sp>
      <p:sp>
        <p:nvSpPr>
          <p:cNvPr id="12" name="TextBox 12"/>
          <p:cNvSpPr txBox="1"/>
          <p:nvPr/>
        </p:nvSpPr>
        <p:spPr>
          <a:xfrm>
            <a:off x="5663020" y="3238633"/>
            <a:ext cx="6961960" cy="2220974"/>
          </a:xfrm>
          <a:prstGeom prst="rect">
            <a:avLst/>
          </a:prstGeom>
        </p:spPr>
        <p:txBody>
          <a:bodyPr lIns="0" tIns="0" rIns="0" bIns="0" rtlCol="0" anchor="t">
            <a:spAutoFit/>
          </a:bodyPr>
          <a:lstStyle/>
          <a:p>
            <a:pPr algn="ctr">
              <a:lnSpc>
                <a:spcPts val="14129"/>
              </a:lnSpc>
            </a:pPr>
            <a:r>
              <a:rPr lang="en-US" sz="14129" b="1" spc="282">
                <a:solidFill>
                  <a:srgbClr val="141D40"/>
                </a:solidFill>
                <a:latin typeface="Heading Now 31-38 Bold"/>
                <a:ea typeface="Heading Now 31-38 Bold"/>
                <a:cs typeface="Heading Now 31-38 Bold"/>
                <a:sym typeface="Heading Now 31-38 Bold"/>
              </a:rPr>
              <a:t>THANK YOU!</a:t>
            </a:r>
          </a:p>
        </p:txBody>
      </p:sp>
      <p:sp>
        <p:nvSpPr>
          <p:cNvPr id="13" name="Freeform 13"/>
          <p:cNvSpPr/>
          <p:nvPr/>
        </p:nvSpPr>
        <p:spPr>
          <a:xfrm>
            <a:off x="3259464" y="5459607"/>
            <a:ext cx="11769072" cy="218640"/>
          </a:xfrm>
          <a:custGeom>
            <a:avLst/>
            <a:gdLst/>
            <a:ahLst/>
            <a:cxnLst/>
            <a:rect l="l" t="t" r="r" b="b"/>
            <a:pathLst>
              <a:path w="11769072" h="218640">
                <a:moveTo>
                  <a:pt x="0" y="0"/>
                </a:moveTo>
                <a:lnTo>
                  <a:pt x="11769072" y="0"/>
                </a:lnTo>
                <a:lnTo>
                  <a:pt x="11769072" y="218639"/>
                </a:lnTo>
                <a:lnTo>
                  <a:pt x="0" y="218639"/>
                </a:lnTo>
                <a:lnTo>
                  <a:pt x="0" y="0"/>
                </a:lnTo>
                <a:close/>
              </a:path>
            </a:pathLst>
          </a:custGeom>
          <a:blipFill>
            <a:blip r:embed="rId12"/>
            <a:stretch>
              <a:fillRect/>
            </a:stretch>
          </a:blipFill>
        </p:spPr>
      </p:sp>
      <p:sp>
        <p:nvSpPr>
          <p:cNvPr id="14" name="TextBox 14"/>
          <p:cNvSpPr txBox="1"/>
          <p:nvPr/>
        </p:nvSpPr>
        <p:spPr>
          <a:xfrm>
            <a:off x="7517132" y="5877000"/>
            <a:ext cx="3296956" cy="874514"/>
          </a:xfrm>
          <a:prstGeom prst="rect">
            <a:avLst/>
          </a:prstGeom>
        </p:spPr>
        <p:txBody>
          <a:bodyPr lIns="0" tIns="0" rIns="0" bIns="0" rtlCol="0" anchor="t">
            <a:spAutoFit/>
          </a:bodyPr>
          <a:lstStyle/>
          <a:p>
            <a:pPr algn="ctr">
              <a:lnSpc>
                <a:spcPts val="5554"/>
              </a:lnSpc>
            </a:pPr>
            <a:r>
              <a:rPr lang="en-US" sz="5554" b="1" spc="276">
                <a:solidFill>
                  <a:srgbClr val="323F9D"/>
                </a:solidFill>
                <a:latin typeface="Heading Now 31-38 Bold"/>
                <a:ea typeface="Heading Now 31-38 Bold"/>
                <a:cs typeface="Heading Now 31-38 Bold"/>
                <a:sym typeface="Heading Now 31-38 Bold"/>
              </a:rPr>
              <a:t>VORTEXA 3.0</a:t>
            </a:r>
          </a:p>
        </p:txBody>
      </p:sp>
      <p:sp>
        <p:nvSpPr>
          <p:cNvPr id="15" name="TextBox 15"/>
          <p:cNvSpPr txBox="1"/>
          <p:nvPr/>
        </p:nvSpPr>
        <p:spPr>
          <a:xfrm>
            <a:off x="8581401" y="7052188"/>
            <a:ext cx="1168417" cy="865735"/>
          </a:xfrm>
          <a:prstGeom prst="rect">
            <a:avLst/>
          </a:prstGeom>
        </p:spPr>
        <p:txBody>
          <a:bodyPr lIns="0" tIns="0" rIns="0" bIns="0" rtlCol="0" anchor="t">
            <a:spAutoFit/>
          </a:bodyPr>
          <a:lstStyle/>
          <a:p>
            <a:pPr algn="ctr">
              <a:lnSpc>
                <a:spcPts val="5554"/>
              </a:lnSpc>
            </a:pPr>
            <a:r>
              <a:rPr lang="en-US" sz="5554" b="1" spc="276">
                <a:solidFill>
                  <a:srgbClr val="ED8076"/>
                </a:solidFill>
                <a:latin typeface="Heading Now 31-38 Bold"/>
                <a:ea typeface="Heading Now 31-38 Bold"/>
                <a:cs typeface="Heading Now 31-38 Bold"/>
                <a:sym typeface="Heading Now 31-38 Bold"/>
              </a:rPr>
              <a:t>AIRS</a:t>
            </a:r>
          </a:p>
        </p:txBody>
      </p:sp>
      <p:sp>
        <p:nvSpPr>
          <p:cNvPr id="16" name="TextBox 16"/>
          <p:cNvSpPr txBox="1"/>
          <p:nvPr/>
        </p:nvSpPr>
        <p:spPr>
          <a:xfrm rot="-769921">
            <a:off x="15555796" y="4644632"/>
            <a:ext cx="1911526" cy="1704008"/>
          </a:xfrm>
          <a:prstGeom prst="rect">
            <a:avLst/>
          </a:prstGeom>
        </p:spPr>
        <p:txBody>
          <a:bodyPr lIns="0" tIns="0" rIns="0" bIns="0" rtlCol="0" anchor="t">
            <a:spAutoFit/>
          </a:bodyPr>
          <a:lstStyle/>
          <a:p>
            <a:pPr algn="ctr">
              <a:lnSpc>
                <a:spcPts val="6255"/>
              </a:lnSpc>
            </a:pPr>
            <a:r>
              <a:rPr lang="en-US" sz="5211">
                <a:solidFill>
                  <a:srgbClr val="ED8076"/>
                </a:solidFill>
                <a:latin typeface="Heading Now 31-38"/>
                <a:ea typeface="Heading Now 31-38"/>
                <a:cs typeface="Heading Now 31-38"/>
                <a:sym typeface="Heading Now 31-38"/>
              </a:rPr>
              <a:t>Game’s</a:t>
            </a:r>
          </a:p>
          <a:p>
            <a:pPr algn="ctr">
              <a:lnSpc>
                <a:spcPts val="6255"/>
              </a:lnSpc>
            </a:pPr>
            <a:r>
              <a:rPr lang="en-US" sz="5211">
                <a:solidFill>
                  <a:srgbClr val="ED8076"/>
                </a:solidFill>
                <a:latin typeface="Heading Now 31-38"/>
                <a:ea typeface="Heading Now 31-38"/>
                <a:cs typeface="Heading Now 31-38"/>
                <a:sym typeface="Heading Now 31-38"/>
              </a:rPr>
              <a:t>Still On</a:t>
            </a:r>
          </a:p>
        </p:txBody>
      </p:sp>
      <p:sp>
        <p:nvSpPr>
          <p:cNvPr id="17" name="Freeform 17"/>
          <p:cNvSpPr/>
          <p:nvPr/>
        </p:nvSpPr>
        <p:spPr>
          <a:xfrm>
            <a:off x="15892622" y="5998497"/>
            <a:ext cx="2187560" cy="1082267"/>
          </a:xfrm>
          <a:custGeom>
            <a:avLst/>
            <a:gdLst/>
            <a:ahLst/>
            <a:cxnLst/>
            <a:rect l="l" t="t" r="r" b="b"/>
            <a:pathLst>
              <a:path w="2187560" h="1082267">
                <a:moveTo>
                  <a:pt x="0" y="0"/>
                </a:moveTo>
                <a:lnTo>
                  <a:pt x="2187560" y="0"/>
                </a:lnTo>
                <a:lnTo>
                  <a:pt x="2187560" y="1082266"/>
                </a:lnTo>
                <a:lnTo>
                  <a:pt x="0" y="1082266"/>
                </a:lnTo>
                <a:lnTo>
                  <a:pt x="0" y="0"/>
                </a:lnTo>
                <a:close/>
              </a:path>
            </a:pathLst>
          </a:custGeom>
          <a:blipFill>
            <a:blip r:embed="rId13"/>
            <a:stretch>
              <a:fillRect/>
            </a:stretch>
          </a:blipFill>
        </p:spPr>
      </p:sp>
      <p:sp>
        <p:nvSpPr>
          <p:cNvPr id="18" name="Freeform 18"/>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4"/>
            <a:stretch>
              <a:fillRect/>
            </a:stretch>
          </a:blipFill>
        </p:spPr>
      </p:sp>
    </p:spTree>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271</TotalTime>
  <Words>584</Words>
  <Application>Microsoft Office PowerPoint</Application>
  <PresentationFormat>Custom</PresentationFormat>
  <Paragraphs>67</Paragraphs>
  <Slides>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Bernard MT Condensed</vt:lpstr>
      <vt:lpstr>Aptos</vt:lpstr>
      <vt:lpstr>Arial</vt:lpstr>
      <vt:lpstr>Arial Black</vt:lpstr>
      <vt:lpstr>Heading Now 31-38 Bold</vt:lpstr>
      <vt:lpstr>Calibri</vt:lpstr>
      <vt:lpstr>Heading Now 31-38</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VORTEXA 3.0 Hackathon</dc:title>
  <cp:lastModifiedBy>Tejaswini Gosavi</cp:lastModifiedBy>
  <cp:revision>1</cp:revision>
  <dcterms:created xsi:type="dcterms:W3CDTF">2006-08-16T00:00:00Z</dcterms:created>
  <dcterms:modified xsi:type="dcterms:W3CDTF">2026-10-11T15:02:14Z</dcterms:modified>
  <dc:identifier>DAHXr7I3BNw</dc:identifier>
</cp:coreProperties>
</file>